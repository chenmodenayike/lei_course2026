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7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4" r:id="rId3"/>
    <p:sldId id="328" r:id="rId5"/>
    <p:sldId id="309" r:id="rId6"/>
    <p:sldId id="449" r:id="rId7"/>
    <p:sldId id="258" r:id="rId8"/>
    <p:sldId id="423" r:id="rId9"/>
    <p:sldId id="259" r:id="rId10"/>
    <p:sldId id="264" r:id="rId11"/>
    <p:sldId id="424" r:id="rId12"/>
    <p:sldId id="433" r:id="rId13"/>
    <p:sldId id="455" r:id="rId14"/>
    <p:sldId id="454" r:id="rId15"/>
    <p:sldId id="391" r:id="rId16"/>
    <p:sldId id="453" r:id="rId17"/>
    <p:sldId id="436" r:id="rId18"/>
    <p:sldId id="422" r:id="rId19"/>
    <p:sldId id="273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4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3738" autoAdjust="0"/>
  </p:normalViewPr>
  <p:slideViewPr>
    <p:cSldViewPr snapToGrid="0">
      <p:cViewPr varScale="1">
        <p:scale>
          <a:sx n="70" d="100"/>
          <a:sy n="70" d="100"/>
        </p:scale>
        <p:origin x="107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78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8" Type="http://schemas.openxmlformats.org/officeDocument/2006/relationships/image" Target="../media/image72.wmf"/><Relationship Id="rId47" Type="http://schemas.openxmlformats.org/officeDocument/2006/relationships/image" Target="../media/image71.wmf"/><Relationship Id="rId46" Type="http://schemas.openxmlformats.org/officeDocument/2006/relationships/image" Target="../media/image70.wmf"/><Relationship Id="rId45" Type="http://schemas.openxmlformats.org/officeDocument/2006/relationships/image" Target="../media/image69.wmf"/><Relationship Id="rId44" Type="http://schemas.openxmlformats.org/officeDocument/2006/relationships/image" Target="../media/image68.wmf"/><Relationship Id="rId43" Type="http://schemas.openxmlformats.org/officeDocument/2006/relationships/image" Target="../media/image67.wmf"/><Relationship Id="rId42" Type="http://schemas.openxmlformats.org/officeDocument/2006/relationships/image" Target="../media/image66.wmf"/><Relationship Id="rId41" Type="http://schemas.openxmlformats.org/officeDocument/2006/relationships/image" Target="../media/image65.wmf"/><Relationship Id="rId40" Type="http://schemas.openxmlformats.org/officeDocument/2006/relationships/image" Target="../media/image64.wmf"/><Relationship Id="rId4" Type="http://schemas.openxmlformats.org/officeDocument/2006/relationships/image" Target="../media/image28.wmf"/><Relationship Id="rId39" Type="http://schemas.openxmlformats.org/officeDocument/2006/relationships/image" Target="../media/image63.wmf"/><Relationship Id="rId38" Type="http://schemas.openxmlformats.org/officeDocument/2006/relationships/image" Target="../media/image62.wmf"/><Relationship Id="rId37" Type="http://schemas.openxmlformats.org/officeDocument/2006/relationships/image" Target="../media/image61.wmf"/><Relationship Id="rId36" Type="http://schemas.openxmlformats.org/officeDocument/2006/relationships/image" Target="../media/image60.wmf"/><Relationship Id="rId35" Type="http://schemas.openxmlformats.org/officeDocument/2006/relationships/image" Target="../media/image59.wmf"/><Relationship Id="rId34" Type="http://schemas.openxmlformats.org/officeDocument/2006/relationships/image" Target="../media/image58.wmf"/><Relationship Id="rId33" Type="http://schemas.openxmlformats.org/officeDocument/2006/relationships/image" Target="../media/image57.wmf"/><Relationship Id="rId32" Type="http://schemas.openxmlformats.org/officeDocument/2006/relationships/image" Target="../media/image56.wmf"/><Relationship Id="rId31" Type="http://schemas.openxmlformats.org/officeDocument/2006/relationships/image" Target="../media/image55.wmf"/><Relationship Id="rId30" Type="http://schemas.openxmlformats.org/officeDocument/2006/relationships/image" Target="../media/image54.wmf"/><Relationship Id="rId3" Type="http://schemas.openxmlformats.org/officeDocument/2006/relationships/image" Target="../media/image27.wmf"/><Relationship Id="rId29" Type="http://schemas.openxmlformats.org/officeDocument/2006/relationships/image" Target="../media/image53.wmf"/><Relationship Id="rId28" Type="http://schemas.openxmlformats.org/officeDocument/2006/relationships/image" Target="../media/image52.wmf"/><Relationship Id="rId27" Type="http://schemas.openxmlformats.org/officeDocument/2006/relationships/image" Target="../media/image51.wmf"/><Relationship Id="rId26" Type="http://schemas.openxmlformats.org/officeDocument/2006/relationships/image" Target="../media/image50.wmf"/><Relationship Id="rId25" Type="http://schemas.openxmlformats.org/officeDocument/2006/relationships/image" Target="../media/image49.wmf"/><Relationship Id="rId24" Type="http://schemas.openxmlformats.org/officeDocument/2006/relationships/image" Target="../media/image48.wmf"/><Relationship Id="rId23" Type="http://schemas.openxmlformats.org/officeDocument/2006/relationships/image" Target="../media/image47.wmf"/><Relationship Id="rId22" Type="http://schemas.openxmlformats.org/officeDocument/2006/relationships/image" Target="../media/image46.wmf"/><Relationship Id="rId21" Type="http://schemas.openxmlformats.org/officeDocument/2006/relationships/image" Target="../media/image45.wmf"/><Relationship Id="rId20" Type="http://schemas.openxmlformats.org/officeDocument/2006/relationships/image" Target="../media/image44.wmf"/><Relationship Id="rId2" Type="http://schemas.openxmlformats.org/officeDocument/2006/relationships/image" Target="../media/image26.wmf"/><Relationship Id="rId19" Type="http://schemas.openxmlformats.org/officeDocument/2006/relationships/image" Target="../media/image43.wmf"/><Relationship Id="rId18" Type="http://schemas.openxmlformats.org/officeDocument/2006/relationships/image" Target="../media/image42.wmf"/><Relationship Id="rId17" Type="http://schemas.openxmlformats.org/officeDocument/2006/relationships/image" Target="../media/image41.wmf"/><Relationship Id="rId16" Type="http://schemas.openxmlformats.org/officeDocument/2006/relationships/image" Target="../media/image40.wmf"/><Relationship Id="rId15" Type="http://schemas.openxmlformats.org/officeDocument/2006/relationships/image" Target="../media/image39.wmf"/><Relationship Id="rId14" Type="http://schemas.openxmlformats.org/officeDocument/2006/relationships/image" Target="../media/image38.wmf"/><Relationship Id="rId13" Type="http://schemas.openxmlformats.org/officeDocument/2006/relationships/image" Target="../media/image37.wmf"/><Relationship Id="rId12" Type="http://schemas.openxmlformats.org/officeDocument/2006/relationships/image" Target="../media/image36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7" Type="http://schemas.openxmlformats.org/officeDocument/2006/relationships/image" Target="../media/image65.wmf"/><Relationship Id="rId26" Type="http://schemas.openxmlformats.org/officeDocument/2006/relationships/image" Target="../media/image63.wmf"/><Relationship Id="rId25" Type="http://schemas.openxmlformats.org/officeDocument/2006/relationships/image" Target="../media/image62.wmf"/><Relationship Id="rId24" Type="http://schemas.openxmlformats.org/officeDocument/2006/relationships/image" Target="../media/image61.wmf"/><Relationship Id="rId23" Type="http://schemas.openxmlformats.org/officeDocument/2006/relationships/image" Target="../media/image60.wmf"/><Relationship Id="rId22" Type="http://schemas.openxmlformats.org/officeDocument/2006/relationships/image" Target="../media/image59.wmf"/><Relationship Id="rId21" Type="http://schemas.openxmlformats.org/officeDocument/2006/relationships/image" Target="../media/image45.wmf"/><Relationship Id="rId20" Type="http://schemas.openxmlformats.org/officeDocument/2006/relationships/image" Target="../media/image44.wmf"/><Relationship Id="rId2" Type="http://schemas.openxmlformats.org/officeDocument/2006/relationships/image" Target="../media/image26.wmf"/><Relationship Id="rId19" Type="http://schemas.openxmlformats.org/officeDocument/2006/relationships/image" Target="../media/image43.wmf"/><Relationship Id="rId18" Type="http://schemas.openxmlformats.org/officeDocument/2006/relationships/image" Target="../media/image42.wmf"/><Relationship Id="rId17" Type="http://schemas.openxmlformats.org/officeDocument/2006/relationships/image" Target="../media/image41.wmf"/><Relationship Id="rId16" Type="http://schemas.openxmlformats.org/officeDocument/2006/relationships/image" Target="../media/image40.wmf"/><Relationship Id="rId15" Type="http://schemas.openxmlformats.org/officeDocument/2006/relationships/image" Target="../media/image39.wmf"/><Relationship Id="rId14" Type="http://schemas.openxmlformats.org/officeDocument/2006/relationships/image" Target="../media/image38.wmf"/><Relationship Id="rId13" Type="http://schemas.openxmlformats.org/officeDocument/2006/relationships/image" Target="../media/image37.wmf"/><Relationship Id="rId12" Type="http://schemas.openxmlformats.org/officeDocument/2006/relationships/image" Target="../media/image36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54A86-BE93-451D-8617-196261615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212AA-5934-46FB-A33F-FC15513F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212AA-5934-46FB-A33F-FC15513FA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212AA-5934-46FB-A33F-FC15513FA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“With GIS, mobile phones, IoT sensors and social networks, we now record billions of trajectory points every day. The analysis of trajectory data plays a critical role in diverse</a:t>
            </a:r>
            <a:endParaRPr lang="en-US" altLang="zh-CN" dirty="0"/>
          </a:p>
          <a:p>
            <a:r>
              <a:rPr lang="en-US" altLang="zh-CN" dirty="0"/>
              <a:t>domains,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212AA-5934-46FB-A33F-FC15513FA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such as human behavior models</a:t>
            </a:r>
            <a:endParaRPr lang="en-US" altLang="zh-CN" dirty="0"/>
          </a:p>
          <a:p>
            <a:r>
              <a:rPr lang="en-US" altLang="zh-CN" dirty="0"/>
              <a:t>Fig 1. analyzes the distribution of the crowd and can be used to determine potential carpooling routes </a:t>
            </a:r>
            <a:endParaRPr lang="en-US" altLang="zh-CN" dirty="0"/>
          </a:p>
          <a:p>
            <a:r>
              <a:rPr lang="en-US" altLang="zh-CN" dirty="0"/>
              <a:t>Figure 2 analyzes traffic congestion to determine k frequently used routes, etc.</a:t>
            </a:r>
            <a:endParaRPr lang="en-US" altLang="zh-CN" dirty="0"/>
          </a:p>
          <a:p>
            <a:r>
              <a:rPr lang="en-US" altLang="zh-CN" dirty="0"/>
              <a:t>Since CO VID-19, trajectory data gained a new mission: Contact Tracing Query 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part 2 We first introduce the multi-loose contact event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212AA-5934-46FB-A33F-FC15513FA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a time threshold , a distance threshold d, a loose threshold alpha . 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same time Given a window width threshold τ = time threshold, a sliding window Wi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composed of τ consecutive time points starting from the time point ti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window of width τ slides along the timeline.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single-time-point contact occurs if the distance between an object and a contact source is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than d.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as fig left , Single-time-point contacts occur at time 3,4,6 and 7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MLC event is reported when an object registers at least α times τ such single-time-point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contact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earliest window,which can be formalezed as formula 2 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Obviously in the left figure, assuming the time threshold is 5, there are 4 Single-time-point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contacts thus a mlc-event occurs at 7.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on these definitions, we propose baseline Mlceq based on sliding window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take an example to explain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assume that there is an initial contact source set S=&lt;s1,s2&gt; and innocent moving object set O =&lt;o1&gt;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start processing from the time point in the first sliding window W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MLCEQ enumerates every source–object pair in the  window.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 all distance between them,and determine whether the single-time-point contact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occurs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number of single-time-point contact satisfy the fomula 2 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construct e1 ,add it to the Result set R and add o1 to S,which means o1 begin to contact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 as a source from this time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if doesnt satisfy 2 slide the window and repeat the above steps until all time have been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processed. Therefore, we can query all mlc-event by traversing each source and each objects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each time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Obviously it is time-consuming 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design an InGrid-MBR inverted index optimization to enhance the query efficiency,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reuduce redundant computations in part 3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Since the trajectory is a set of coordinate points, all the trajectory points form a twodimensional space Ω. We divide the entire area into grids and each grid has its unique id gi.</a:t>
            </a:r>
            <a:endParaRPr lang="en-US" altLang="zh-CN" dirty="0"/>
          </a:p>
          <a:p>
            <a:r>
              <a:rPr lang="en-US" altLang="zh-CN" dirty="0"/>
              <a:t>every trajectory point is assigned to a specific grid cell.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contact range can be defined as the circle centered at the location of s1 with radius d.</a:t>
            </a:r>
            <a:endParaRPr lang="en-US" altLang="zh-CN" dirty="0"/>
          </a:p>
          <a:p>
            <a:r>
              <a:rPr lang="en-US" altLang="zh-CN" dirty="0"/>
              <a:t>Based on this ,we can define the candidate grids as the grids whose spatial region either</a:t>
            </a:r>
            <a:endParaRPr lang="en-US" altLang="zh-CN" dirty="0"/>
          </a:p>
          <a:p>
            <a:r>
              <a:rPr lang="en-US" altLang="zh-CN" dirty="0"/>
              <a:t>intersect with or are fully contained by the contact range such as g2 g3 g5 g6 in the fig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this way, when judging a single-time-point contact , only the objects in the candidate grid</a:t>
            </a:r>
            <a:endParaRPr lang="en-US" altLang="zh-CN" dirty="0"/>
          </a:p>
          <a:p>
            <a:r>
              <a:rPr lang="en-US" altLang="zh-CN" dirty="0"/>
              <a:t>need to be considered.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Then Objects inside one grid are close, so we wrap them in a Minimum Bounding Rectangle (MBR).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At each timestamp we store &lt;gi ai ri&gt; ai is the set of objects located in gi at time t and ri is the</a:t>
            </a:r>
            <a:endParaRPr lang="en-US" altLang="zh-CN" dirty="0"/>
          </a:p>
          <a:p>
            <a:r>
              <a:rPr lang="en-US" altLang="zh-CN" dirty="0"/>
              <a:t>mbr of objects in gi all such records form the inverted index for the timestamp , and</a:t>
            </a:r>
            <a:endParaRPr lang="en-US" altLang="zh-CN" dirty="0"/>
          </a:p>
          <a:p>
            <a:r>
              <a:rPr lang="en-US" altLang="zh-CN" dirty="0"/>
              <a:t>concatenating </a:t>
            </a:r>
            <a:r>
              <a:rPr lang="zh-CN" altLang="en-US" dirty="0"/>
              <a:t>（</a:t>
            </a:r>
            <a:r>
              <a:rPr lang="en-US" altLang="zh-CN" dirty="0"/>
              <a:t>kongcakaneting</a:t>
            </a:r>
            <a:r>
              <a:rPr lang="zh-CN" altLang="en-US" dirty="0"/>
              <a:t>）</a:t>
            </a:r>
            <a:r>
              <a:rPr lang="en-US" altLang="zh-CN" dirty="0"/>
              <a:t>them yields the full InGrid-MBR index.</a:t>
            </a:r>
            <a:endParaRPr lang="en-US" altLang="zh-CN" dirty="0"/>
          </a:p>
          <a:p>
            <a:r>
              <a:rPr lang="en-US" altLang="zh-CN" dirty="0"/>
              <a:t>”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“Distance checks are now replaced by o(one) constant-time test:Cheap circle–MBR test does the circle hit this grid’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MBR or not?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three intuitive cases.If the entire MBR sits inside the contact circle, we know every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in that grid is in contact at that time such as R6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MBR and the circle don’t touch at all, we can safely discard the whole grid such as R2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circle only partly covers the MBR, we need to compute exact distances, but only for the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 in this mbr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these ideas , next we propose the optimized MLCEQ+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MLCEQ+ retains the sliding window but, at each timestamp,we do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calculate the candidate grids for each contact source.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Get the objects and MBRs within candidate grids by InGrid-MBR-based Inverted Index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by judging the position relationship between the contact region and MBRs, we can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whether the single-time-point contact occurs..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Then follow the same steps as in mlceq: slide the window until all timestamp have been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let me introduce the results and conclusion of our experiment in part 4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212AA-5934-46FB-A33F-FC15513FA0A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Through experiments, we use two real trajectory datasets to analyze the multi-source contact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query  proposed in this section from the perspectives of mining results and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mining efficiency</a:t>
            </a:r>
            <a:r>
              <a:rPr lang="zh-CN" altLang="en-US" dirty="0"/>
              <a:t>（</a:t>
            </a:r>
            <a:r>
              <a:rPr lang="en-US" altLang="zh-CN" dirty="0"/>
              <a:t>afixiensy</a:t>
            </a:r>
            <a:r>
              <a:rPr lang="zh-CN" altLang="en-US" dirty="0"/>
              <a:t>）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Datasets: Taxi (4,315 traces, 1,440 points) and T-Drive (4,142 traces, 2,017 points).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Defaults: d = 20/50 m, τ = 12, α = 0.8.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Obviously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“Loose queries always superset strict models.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Those extra detections are realistic intermittent exposures which may still pose transmission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risks.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Identifying such contacts is crucial in public health contexts,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where missed exposures can lead to secondary transmission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and undermine containment efforts.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Since the loose model and the traditional model have different definitions in the time dimension,</a:t>
            </a:r>
            <a:endParaRPr lang="en-US" altLang="zh-CN" dirty="0"/>
          </a:p>
          <a:p>
            <a:r>
              <a:rPr lang="en-US" altLang="zh-CN" dirty="0"/>
              <a:t>it is not possible to compare their efficiency well. Therefore, our experiment only compares with</a:t>
            </a:r>
            <a:endParaRPr lang="en-US" altLang="zh-CN" dirty="0"/>
          </a:p>
          <a:p>
            <a:r>
              <a:rPr lang="en-US" altLang="zh-CN" dirty="0"/>
              <a:t>the baseline solution.And the query efficiency of the optimized mlceq+ is much faster than the</a:t>
            </a:r>
            <a:endParaRPr lang="en-US" altLang="zh-CN" dirty="0"/>
          </a:p>
          <a:p>
            <a:r>
              <a:rPr lang="en-US" altLang="zh-CN" dirty="0"/>
              <a:t>baseline mlceq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797B-3370-48A0-BD90-445A594D4E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To summarise: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• We proposed the MLC model, built the MLCEQ baseline, and accelerated it with InGrid-MBR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and MLCEQ+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• Experiments confirm full accuracy and speed-up.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• In the future work , we’ll add privacy-preserving searchable encryption and streaming updates.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”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550A0-70B9-425B-B295-F099A25C37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C5FFD-49F3-44B0-8402-7F69C45341A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0" Type="http://schemas.openxmlformats.org/officeDocument/2006/relationships/notesSlide" Target="../notesSlides/notesSlide4.xml"/><Relationship Id="rId6" Type="http://schemas.openxmlformats.org/officeDocument/2006/relationships/tags" Target="../tags/tag29.xml"/><Relationship Id="rId59" Type="http://schemas.openxmlformats.org/officeDocument/2006/relationships/slideLayout" Target="../slideLayouts/slideLayout7.xml"/><Relationship Id="rId58" Type="http://schemas.openxmlformats.org/officeDocument/2006/relationships/tags" Target="../tags/tag78.xml"/><Relationship Id="rId57" Type="http://schemas.openxmlformats.org/officeDocument/2006/relationships/tags" Target="../tags/tag77.xml"/><Relationship Id="rId56" Type="http://schemas.openxmlformats.org/officeDocument/2006/relationships/tags" Target="../tags/tag76.xml"/><Relationship Id="rId55" Type="http://schemas.openxmlformats.org/officeDocument/2006/relationships/tags" Target="../tags/tag75.xml"/><Relationship Id="rId54" Type="http://schemas.openxmlformats.org/officeDocument/2006/relationships/tags" Target="../tags/tag74.xml"/><Relationship Id="rId53" Type="http://schemas.openxmlformats.org/officeDocument/2006/relationships/tags" Target="../tags/tag73.xml"/><Relationship Id="rId52" Type="http://schemas.openxmlformats.org/officeDocument/2006/relationships/tags" Target="../tags/tag72.xml"/><Relationship Id="rId51" Type="http://schemas.openxmlformats.org/officeDocument/2006/relationships/tags" Target="../tags/tag71.xml"/><Relationship Id="rId50" Type="http://schemas.openxmlformats.org/officeDocument/2006/relationships/tags" Target="../tags/tag70.xml"/><Relationship Id="rId5" Type="http://schemas.openxmlformats.org/officeDocument/2006/relationships/image" Target="../media/image2.png"/><Relationship Id="rId49" Type="http://schemas.openxmlformats.org/officeDocument/2006/relationships/tags" Target="../tags/tag69.xml"/><Relationship Id="rId48" Type="http://schemas.openxmlformats.org/officeDocument/2006/relationships/tags" Target="../tags/tag68.xml"/><Relationship Id="rId47" Type="http://schemas.openxmlformats.org/officeDocument/2006/relationships/tags" Target="../tags/tag67.xml"/><Relationship Id="rId46" Type="http://schemas.openxmlformats.org/officeDocument/2006/relationships/tags" Target="../tags/tag66.xml"/><Relationship Id="rId45" Type="http://schemas.openxmlformats.org/officeDocument/2006/relationships/tags" Target="../tags/tag65.xml"/><Relationship Id="rId44" Type="http://schemas.openxmlformats.org/officeDocument/2006/relationships/tags" Target="../tags/tag64.xml"/><Relationship Id="rId43" Type="http://schemas.openxmlformats.org/officeDocument/2006/relationships/tags" Target="../tags/tag63.xml"/><Relationship Id="rId42" Type="http://schemas.openxmlformats.org/officeDocument/2006/relationships/tags" Target="../tags/tag62.xml"/><Relationship Id="rId41" Type="http://schemas.openxmlformats.org/officeDocument/2006/relationships/tags" Target="../tags/tag61.xml"/><Relationship Id="rId40" Type="http://schemas.openxmlformats.org/officeDocument/2006/relationships/tags" Target="../tags/tag60.xml"/><Relationship Id="rId4" Type="http://schemas.openxmlformats.org/officeDocument/2006/relationships/tags" Target="../tags/tag28.xml"/><Relationship Id="rId39" Type="http://schemas.openxmlformats.org/officeDocument/2006/relationships/image" Target="../media/image5.png"/><Relationship Id="rId38" Type="http://schemas.openxmlformats.org/officeDocument/2006/relationships/tags" Target="../tags/tag59.xml"/><Relationship Id="rId37" Type="http://schemas.openxmlformats.org/officeDocument/2006/relationships/tags" Target="../tags/tag58.xml"/><Relationship Id="rId36" Type="http://schemas.openxmlformats.org/officeDocument/2006/relationships/tags" Target="../tags/tag57.xml"/><Relationship Id="rId35" Type="http://schemas.openxmlformats.org/officeDocument/2006/relationships/tags" Target="../tags/tag56.xml"/><Relationship Id="rId34" Type="http://schemas.openxmlformats.org/officeDocument/2006/relationships/tags" Target="../tags/tag55.xml"/><Relationship Id="rId33" Type="http://schemas.openxmlformats.org/officeDocument/2006/relationships/tags" Target="../tags/tag54.xml"/><Relationship Id="rId32" Type="http://schemas.openxmlformats.org/officeDocument/2006/relationships/tags" Target="../tags/tag53.xml"/><Relationship Id="rId31" Type="http://schemas.openxmlformats.org/officeDocument/2006/relationships/tags" Target="../tags/tag52.xml"/><Relationship Id="rId30" Type="http://schemas.openxmlformats.org/officeDocument/2006/relationships/image" Target="../media/image4.png"/><Relationship Id="rId3" Type="http://schemas.openxmlformats.org/officeDocument/2006/relationships/image" Target="../media/image1.png"/><Relationship Id="rId29" Type="http://schemas.openxmlformats.org/officeDocument/2006/relationships/tags" Target="../tags/tag51.xml"/><Relationship Id="rId28" Type="http://schemas.openxmlformats.org/officeDocument/2006/relationships/image" Target="../media/image3.png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7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svg"/><Relationship Id="rId7" Type="http://schemas.openxmlformats.org/officeDocument/2006/relationships/image" Target="../media/image12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79.xml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8" Type="http://schemas.openxmlformats.org/officeDocument/2006/relationships/notesSlide" Target="../notesSlides/notesSlide7.xml"/><Relationship Id="rId77" Type="http://schemas.openxmlformats.org/officeDocument/2006/relationships/vmlDrawing" Target="../drawings/vmlDrawing1.vml"/><Relationship Id="rId76" Type="http://schemas.openxmlformats.org/officeDocument/2006/relationships/slideLayout" Target="../slideLayouts/slideLayout4.xml"/><Relationship Id="rId75" Type="http://schemas.openxmlformats.org/officeDocument/2006/relationships/image" Target="../media/image22.wmf"/><Relationship Id="rId74" Type="http://schemas.openxmlformats.org/officeDocument/2006/relationships/oleObject" Target="../embeddings/oleObject6.bin"/><Relationship Id="rId73" Type="http://schemas.openxmlformats.org/officeDocument/2006/relationships/image" Target="../media/image21.wmf"/><Relationship Id="rId72" Type="http://schemas.openxmlformats.org/officeDocument/2006/relationships/oleObject" Target="../embeddings/oleObject5.bin"/><Relationship Id="rId71" Type="http://schemas.openxmlformats.org/officeDocument/2006/relationships/image" Target="../media/image20.wmf"/><Relationship Id="rId70" Type="http://schemas.openxmlformats.org/officeDocument/2006/relationships/oleObject" Target="../embeddings/oleObject4.bin"/><Relationship Id="rId7" Type="http://schemas.openxmlformats.org/officeDocument/2006/relationships/tags" Target="../tags/tag84.xml"/><Relationship Id="rId69" Type="http://schemas.openxmlformats.org/officeDocument/2006/relationships/oleObject" Target="../embeddings/oleObject3.bin"/><Relationship Id="rId68" Type="http://schemas.openxmlformats.org/officeDocument/2006/relationships/tags" Target="../tags/tag141.xml"/><Relationship Id="rId67" Type="http://schemas.openxmlformats.org/officeDocument/2006/relationships/oleObject" Target="../embeddings/oleObject2.bin"/><Relationship Id="rId66" Type="http://schemas.openxmlformats.org/officeDocument/2006/relationships/tags" Target="../tags/tag140.xml"/><Relationship Id="rId65" Type="http://schemas.openxmlformats.org/officeDocument/2006/relationships/image" Target="../media/image19.wmf"/><Relationship Id="rId64" Type="http://schemas.openxmlformats.org/officeDocument/2006/relationships/oleObject" Target="../embeddings/oleObject1.bin"/><Relationship Id="rId63" Type="http://schemas.openxmlformats.org/officeDocument/2006/relationships/tags" Target="../tags/tag139.xml"/><Relationship Id="rId62" Type="http://schemas.openxmlformats.org/officeDocument/2006/relationships/tags" Target="../tags/tag138.xml"/><Relationship Id="rId61" Type="http://schemas.openxmlformats.org/officeDocument/2006/relationships/tags" Target="../tags/tag137.xml"/><Relationship Id="rId60" Type="http://schemas.openxmlformats.org/officeDocument/2006/relationships/tags" Target="../tags/tag136.xml"/><Relationship Id="rId6" Type="http://schemas.openxmlformats.org/officeDocument/2006/relationships/tags" Target="../tags/tag83.xml"/><Relationship Id="rId59" Type="http://schemas.openxmlformats.org/officeDocument/2006/relationships/tags" Target="../tags/tag135.xml"/><Relationship Id="rId58" Type="http://schemas.openxmlformats.org/officeDocument/2006/relationships/tags" Target="../tags/tag134.xml"/><Relationship Id="rId57" Type="http://schemas.openxmlformats.org/officeDocument/2006/relationships/tags" Target="../tags/tag133.xml"/><Relationship Id="rId56" Type="http://schemas.openxmlformats.org/officeDocument/2006/relationships/tags" Target="../tags/tag132.xml"/><Relationship Id="rId55" Type="http://schemas.openxmlformats.org/officeDocument/2006/relationships/tags" Target="../tags/tag131.xml"/><Relationship Id="rId54" Type="http://schemas.openxmlformats.org/officeDocument/2006/relationships/tags" Target="../tags/tag130.xml"/><Relationship Id="rId53" Type="http://schemas.openxmlformats.org/officeDocument/2006/relationships/tags" Target="../tags/tag129.xml"/><Relationship Id="rId52" Type="http://schemas.openxmlformats.org/officeDocument/2006/relationships/tags" Target="../tags/tag128.xml"/><Relationship Id="rId51" Type="http://schemas.openxmlformats.org/officeDocument/2006/relationships/tags" Target="../tags/tag127.xml"/><Relationship Id="rId50" Type="http://schemas.openxmlformats.org/officeDocument/2006/relationships/tags" Target="../tags/tag126.xml"/><Relationship Id="rId5" Type="http://schemas.openxmlformats.org/officeDocument/2006/relationships/image" Target="../media/image17.emf"/><Relationship Id="rId49" Type="http://schemas.openxmlformats.org/officeDocument/2006/relationships/tags" Target="../tags/tag125.xml"/><Relationship Id="rId48" Type="http://schemas.openxmlformats.org/officeDocument/2006/relationships/tags" Target="../tags/tag124.xml"/><Relationship Id="rId47" Type="http://schemas.openxmlformats.org/officeDocument/2006/relationships/tags" Target="../tags/tag123.xml"/><Relationship Id="rId46" Type="http://schemas.openxmlformats.org/officeDocument/2006/relationships/tags" Target="../tags/tag122.xml"/><Relationship Id="rId45" Type="http://schemas.openxmlformats.org/officeDocument/2006/relationships/tags" Target="../tags/tag121.xml"/><Relationship Id="rId44" Type="http://schemas.openxmlformats.org/officeDocument/2006/relationships/tags" Target="../tags/tag120.xml"/><Relationship Id="rId43" Type="http://schemas.openxmlformats.org/officeDocument/2006/relationships/tags" Target="../tags/tag119.xml"/><Relationship Id="rId42" Type="http://schemas.openxmlformats.org/officeDocument/2006/relationships/tags" Target="../tags/tag118.xml"/><Relationship Id="rId41" Type="http://schemas.openxmlformats.org/officeDocument/2006/relationships/tags" Target="../tags/tag117.xml"/><Relationship Id="rId40" Type="http://schemas.openxmlformats.org/officeDocument/2006/relationships/tags" Target="../tags/tag116.xml"/><Relationship Id="rId4" Type="http://schemas.openxmlformats.org/officeDocument/2006/relationships/tags" Target="../tags/tag82.xml"/><Relationship Id="rId39" Type="http://schemas.openxmlformats.org/officeDocument/2006/relationships/tags" Target="../tags/tag115.xml"/><Relationship Id="rId38" Type="http://schemas.openxmlformats.org/officeDocument/2006/relationships/tags" Target="../tags/tag114.xml"/><Relationship Id="rId37" Type="http://schemas.openxmlformats.org/officeDocument/2006/relationships/tags" Target="../tags/tag113.xml"/><Relationship Id="rId36" Type="http://schemas.openxmlformats.org/officeDocument/2006/relationships/tags" Target="../tags/tag112.xml"/><Relationship Id="rId35" Type="http://schemas.openxmlformats.org/officeDocument/2006/relationships/tags" Target="../tags/tag111.xml"/><Relationship Id="rId34" Type="http://schemas.openxmlformats.org/officeDocument/2006/relationships/tags" Target="../tags/tag110.xml"/><Relationship Id="rId33" Type="http://schemas.openxmlformats.org/officeDocument/2006/relationships/tags" Target="../tags/tag109.xml"/><Relationship Id="rId32" Type="http://schemas.openxmlformats.org/officeDocument/2006/relationships/tags" Target="../tags/tag108.xml"/><Relationship Id="rId31" Type="http://schemas.openxmlformats.org/officeDocument/2006/relationships/tags" Target="../tags/tag107.xml"/><Relationship Id="rId30" Type="http://schemas.openxmlformats.org/officeDocument/2006/relationships/tags" Target="../tags/tag106.xml"/><Relationship Id="rId3" Type="http://schemas.openxmlformats.org/officeDocument/2006/relationships/tags" Target="../tags/tag81.xml"/><Relationship Id="rId29" Type="http://schemas.openxmlformats.org/officeDocument/2006/relationships/tags" Target="../tags/tag105.xml"/><Relationship Id="rId28" Type="http://schemas.openxmlformats.org/officeDocument/2006/relationships/tags" Target="../tags/tag104.xml"/><Relationship Id="rId27" Type="http://schemas.openxmlformats.org/officeDocument/2006/relationships/tags" Target="../tags/tag103.xml"/><Relationship Id="rId26" Type="http://schemas.openxmlformats.org/officeDocument/2006/relationships/tags" Target="../tags/tag102.xml"/><Relationship Id="rId25" Type="http://schemas.openxmlformats.org/officeDocument/2006/relationships/tags" Target="../tags/tag101.xml"/><Relationship Id="rId24" Type="http://schemas.openxmlformats.org/officeDocument/2006/relationships/image" Target="../media/image18.emf"/><Relationship Id="rId23" Type="http://schemas.openxmlformats.org/officeDocument/2006/relationships/tags" Target="../tags/tag100.xml"/><Relationship Id="rId22" Type="http://schemas.openxmlformats.org/officeDocument/2006/relationships/tags" Target="../tags/tag99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tags" Target="../tags/tag80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14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7.emf"/><Relationship Id="rId2" Type="http://schemas.openxmlformats.org/officeDocument/2006/relationships/image" Target="../media/image18.emf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9" Type="http://schemas.openxmlformats.org/officeDocument/2006/relationships/oleObject" Target="../embeddings/oleObject33.bin"/><Relationship Id="rId98" Type="http://schemas.openxmlformats.org/officeDocument/2006/relationships/image" Target="../media/image48.wmf"/><Relationship Id="rId97" Type="http://schemas.openxmlformats.org/officeDocument/2006/relationships/oleObject" Target="../embeddings/oleObject32.bin"/><Relationship Id="rId96" Type="http://schemas.openxmlformats.org/officeDocument/2006/relationships/oleObject" Target="../embeddings/oleObject31.bin"/><Relationship Id="rId95" Type="http://schemas.openxmlformats.org/officeDocument/2006/relationships/image" Target="../media/image47.wmf"/><Relationship Id="rId94" Type="http://schemas.openxmlformats.org/officeDocument/2006/relationships/oleObject" Target="../embeddings/oleObject30.bin"/><Relationship Id="rId93" Type="http://schemas.openxmlformats.org/officeDocument/2006/relationships/image" Target="../media/image46.wmf"/><Relationship Id="rId92" Type="http://schemas.openxmlformats.org/officeDocument/2006/relationships/oleObject" Target="../embeddings/oleObject29.bin"/><Relationship Id="rId91" Type="http://schemas.openxmlformats.org/officeDocument/2006/relationships/image" Target="../media/image45.wmf"/><Relationship Id="rId90" Type="http://schemas.openxmlformats.org/officeDocument/2006/relationships/oleObject" Target="../embeddings/oleObject28.bin"/><Relationship Id="rId9" Type="http://schemas.openxmlformats.org/officeDocument/2006/relationships/tags" Target="../tags/tag151.xml"/><Relationship Id="rId89" Type="http://schemas.openxmlformats.org/officeDocument/2006/relationships/tags" Target="../tags/tag191.xml"/><Relationship Id="rId88" Type="http://schemas.openxmlformats.org/officeDocument/2006/relationships/image" Target="../media/image44.wmf"/><Relationship Id="rId87" Type="http://schemas.openxmlformats.org/officeDocument/2006/relationships/oleObject" Target="../embeddings/oleObject27.bin"/><Relationship Id="rId86" Type="http://schemas.openxmlformats.org/officeDocument/2006/relationships/tags" Target="../tags/tag190.xml"/><Relationship Id="rId85" Type="http://schemas.openxmlformats.org/officeDocument/2006/relationships/image" Target="../media/image43.wmf"/><Relationship Id="rId84" Type="http://schemas.openxmlformats.org/officeDocument/2006/relationships/oleObject" Target="../embeddings/oleObject26.bin"/><Relationship Id="rId83" Type="http://schemas.openxmlformats.org/officeDocument/2006/relationships/tags" Target="../tags/tag189.xml"/><Relationship Id="rId82" Type="http://schemas.openxmlformats.org/officeDocument/2006/relationships/tags" Target="../tags/tag188.xml"/><Relationship Id="rId81" Type="http://schemas.openxmlformats.org/officeDocument/2006/relationships/image" Target="../media/image42.wmf"/><Relationship Id="rId80" Type="http://schemas.openxmlformats.org/officeDocument/2006/relationships/oleObject" Target="../embeddings/oleObject25.bin"/><Relationship Id="rId8" Type="http://schemas.openxmlformats.org/officeDocument/2006/relationships/tags" Target="../tags/tag150.xml"/><Relationship Id="rId79" Type="http://schemas.openxmlformats.org/officeDocument/2006/relationships/tags" Target="../tags/tag187.xml"/><Relationship Id="rId78" Type="http://schemas.openxmlformats.org/officeDocument/2006/relationships/image" Target="../media/image41.wmf"/><Relationship Id="rId77" Type="http://schemas.openxmlformats.org/officeDocument/2006/relationships/oleObject" Target="../embeddings/oleObject24.bin"/><Relationship Id="rId76" Type="http://schemas.openxmlformats.org/officeDocument/2006/relationships/tags" Target="../tags/tag186.xml"/><Relationship Id="rId75" Type="http://schemas.openxmlformats.org/officeDocument/2006/relationships/image" Target="../media/image40.wmf"/><Relationship Id="rId74" Type="http://schemas.openxmlformats.org/officeDocument/2006/relationships/oleObject" Target="../embeddings/oleObject23.bin"/><Relationship Id="rId73" Type="http://schemas.openxmlformats.org/officeDocument/2006/relationships/tags" Target="../tags/tag185.xml"/><Relationship Id="rId72" Type="http://schemas.openxmlformats.org/officeDocument/2006/relationships/image" Target="../media/image39.wmf"/><Relationship Id="rId71" Type="http://schemas.openxmlformats.org/officeDocument/2006/relationships/oleObject" Target="../embeddings/oleObject22.bin"/><Relationship Id="rId70" Type="http://schemas.openxmlformats.org/officeDocument/2006/relationships/tags" Target="../tags/tag184.xml"/><Relationship Id="rId7" Type="http://schemas.openxmlformats.org/officeDocument/2006/relationships/tags" Target="../tags/tag149.xml"/><Relationship Id="rId69" Type="http://schemas.openxmlformats.org/officeDocument/2006/relationships/image" Target="../media/image38.wmf"/><Relationship Id="rId68" Type="http://schemas.openxmlformats.org/officeDocument/2006/relationships/oleObject" Target="../embeddings/oleObject21.bin"/><Relationship Id="rId67" Type="http://schemas.openxmlformats.org/officeDocument/2006/relationships/tags" Target="../tags/tag183.xml"/><Relationship Id="rId66" Type="http://schemas.openxmlformats.org/officeDocument/2006/relationships/image" Target="../media/image37.wmf"/><Relationship Id="rId65" Type="http://schemas.openxmlformats.org/officeDocument/2006/relationships/oleObject" Target="../embeddings/oleObject20.bin"/><Relationship Id="rId64" Type="http://schemas.openxmlformats.org/officeDocument/2006/relationships/tags" Target="../tags/tag182.xml"/><Relationship Id="rId63" Type="http://schemas.openxmlformats.org/officeDocument/2006/relationships/image" Target="../media/image36.wmf"/><Relationship Id="rId62" Type="http://schemas.openxmlformats.org/officeDocument/2006/relationships/oleObject" Target="../embeddings/oleObject19.bin"/><Relationship Id="rId61" Type="http://schemas.openxmlformats.org/officeDocument/2006/relationships/tags" Target="../tags/tag181.xml"/><Relationship Id="rId60" Type="http://schemas.openxmlformats.org/officeDocument/2006/relationships/image" Target="../media/image35.wmf"/><Relationship Id="rId6" Type="http://schemas.openxmlformats.org/officeDocument/2006/relationships/tags" Target="../tags/tag148.xml"/><Relationship Id="rId59" Type="http://schemas.openxmlformats.org/officeDocument/2006/relationships/oleObject" Target="../embeddings/oleObject18.bin"/><Relationship Id="rId58" Type="http://schemas.openxmlformats.org/officeDocument/2006/relationships/tags" Target="../tags/tag180.xml"/><Relationship Id="rId57" Type="http://schemas.openxmlformats.org/officeDocument/2006/relationships/image" Target="../media/image34.wmf"/><Relationship Id="rId56" Type="http://schemas.openxmlformats.org/officeDocument/2006/relationships/oleObject" Target="../embeddings/oleObject17.bin"/><Relationship Id="rId55" Type="http://schemas.openxmlformats.org/officeDocument/2006/relationships/tags" Target="../tags/tag179.xml"/><Relationship Id="rId54" Type="http://schemas.openxmlformats.org/officeDocument/2006/relationships/image" Target="../media/image33.wmf"/><Relationship Id="rId53" Type="http://schemas.openxmlformats.org/officeDocument/2006/relationships/oleObject" Target="../embeddings/oleObject16.bin"/><Relationship Id="rId52" Type="http://schemas.openxmlformats.org/officeDocument/2006/relationships/tags" Target="../tags/tag178.xml"/><Relationship Id="rId51" Type="http://schemas.openxmlformats.org/officeDocument/2006/relationships/image" Target="../media/image32.wmf"/><Relationship Id="rId50" Type="http://schemas.openxmlformats.org/officeDocument/2006/relationships/oleObject" Target="../embeddings/oleObject15.bin"/><Relationship Id="rId5" Type="http://schemas.openxmlformats.org/officeDocument/2006/relationships/tags" Target="../tags/tag147.xml"/><Relationship Id="rId49" Type="http://schemas.openxmlformats.org/officeDocument/2006/relationships/tags" Target="../tags/tag177.xml"/><Relationship Id="rId48" Type="http://schemas.openxmlformats.org/officeDocument/2006/relationships/image" Target="../media/image31.wmf"/><Relationship Id="rId47" Type="http://schemas.openxmlformats.org/officeDocument/2006/relationships/oleObject" Target="../embeddings/oleObject14.bin"/><Relationship Id="rId46" Type="http://schemas.openxmlformats.org/officeDocument/2006/relationships/tags" Target="../tags/tag176.xml"/><Relationship Id="rId45" Type="http://schemas.openxmlformats.org/officeDocument/2006/relationships/image" Target="../media/image30.wmf"/><Relationship Id="rId44" Type="http://schemas.openxmlformats.org/officeDocument/2006/relationships/oleObject" Target="../embeddings/oleObject13.bin"/><Relationship Id="rId43" Type="http://schemas.openxmlformats.org/officeDocument/2006/relationships/tags" Target="../tags/tag175.xml"/><Relationship Id="rId42" Type="http://schemas.openxmlformats.org/officeDocument/2006/relationships/image" Target="../media/image29.wmf"/><Relationship Id="rId41" Type="http://schemas.openxmlformats.org/officeDocument/2006/relationships/oleObject" Target="../embeddings/oleObject12.bin"/><Relationship Id="rId40" Type="http://schemas.openxmlformats.org/officeDocument/2006/relationships/tags" Target="../tags/tag174.xml"/><Relationship Id="rId4" Type="http://schemas.openxmlformats.org/officeDocument/2006/relationships/tags" Target="../tags/tag146.xml"/><Relationship Id="rId39" Type="http://schemas.openxmlformats.org/officeDocument/2006/relationships/image" Target="../media/image28.wmf"/><Relationship Id="rId38" Type="http://schemas.openxmlformats.org/officeDocument/2006/relationships/oleObject" Target="../embeddings/oleObject11.bin"/><Relationship Id="rId37" Type="http://schemas.openxmlformats.org/officeDocument/2006/relationships/tags" Target="../tags/tag173.xml"/><Relationship Id="rId36" Type="http://schemas.openxmlformats.org/officeDocument/2006/relationships/image" Target="../media/image27.wmf"/><Relationship Id="rId35" Type="http://schemas.openxmlformats.org/officeDocument/2006/relationships/oleObject" Target="../embeddings/oleObject10.bin"/><Relationship Id="rId34" Type="http://schemas.openxmlformats.org/officeDocument/2006/relationships/tags" Target="../tags/tag172.xml"/><Relationship Id="rId33" Type="http://schemas.openxmlformats.org/officeDocument/2006/relationships/image" Target="../media/image26.wmf"/><Relationship Id="rId32" Type="http://schemas.openxmlformats.org/officeDocument/2006/relationships/oleObject" Target="../embeddings/oleObject9.bin"/><Relationship Id="rId31" Type="http://schemas.openxmlformats.org/officeDocument/2006/relationships/tags" Target="../tags/tag171.xml"/><Relationship Id="rId30" Type="http://schemas.openxmlformats.org/officeDocument/2006/relationships/image" Target="../media/image25.wmf"/><Relationship Id="rId3" Type="http://schemas.openxmlformats.org/officeDocument/2006/relationships/tags" Target="../tags/tag145.xml"/><Relationship Id="rId29" Type="http://schemas.openxmlformats.org/officeDocument/2006/relationships/oleObject" Target="../embeddings/oleObject8.bin"/><Relationship Id="rId28" Type="http://schemas.openxmlformats.org/officeDocument/2006/relationships/tags" Target="../tags/tag170.xml"/><Relationship Id="rId27" Type="http://schemas.openxmlformats.org/officeDocument/2006/relationships/tags" Target="../tags/tag169.xml"/><Relationship Id="rId26" Type="http://schemas.openxmlformats.org/officeDocument/2006/relationships/tags" Target="../tags/tag168.xml"/><Relationship Id="rId25" Type="http://schemas.openxmlformats.org/officeDocument/2006/relationships/tags" Target="../tags/tag167.xml"/><Relationship Id="rId24" Type="http://schemas.openxmlformats.org/officeDocument/2006/relationships/tags" Target="../tags/tag166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tags" Target="../tags/tag144.xml"/><Relationship Id="rId19" Type="http://schemas.openxmlformats.org/officeDocument/2006/relationships/tags" Target="../tags/tag161.xml"/><Relationship Id="rId18" Type="http://schemas.openxmlformats.org/officeDocument/2006/relationships/tags" Target="../tags/tag160.xml"/><Relationship Id="rId17" Type="http://schemas.openxmlformats.org/officeDocument/2006/relationships/tags" Target="../tags/tag159.xml"/><Relationship Id="rId167" Type="http://schemas.openxmlformats.org/officeDocument/2006/relationships/notesSlide" Target="../notesSlides/notesSlide10.xml"/><Relationship Id="rId166" Type="http://schemas.openxmlformats.org/officeDocument/2006/relationships/vmlDrawing" Target="../drawings/vmlDrawing3.vml"/><Relationship Id="rId165" Type="http://schemas.openxmlformats.org/officeDocument/2006/relationships/slideLayout" Target="../slideLayouts/slideLayout4.xml"/><Relationship Id="rId164" Type="http://schemas.openxmlformats.org/officeDocument/2006/relationships/tags" Target="../tags/tag202.xml"/><Relationship Id="rId163" Type="http://schemas.openxmlformats.org/officeDocument/2006/relationships/oleObject" Target="../embeddings/oleObject63.bin"/><Relationship Id="rId162" Type="http://schemas.openxmlformats.org/officeDocument/2006/relationships/image" Target="../media/image72.wmf"/><Relationship Id="rId161" Type="http://schemas.openxmlformats.org/officeDocument/2006/relationships/oleObject" Target="../embeddings/oleObject62.bin"/><Relationship Id="rId160" Type="http://schemas.openxmlformats.org/officeDocument/2006/relationships/tags" Target="../tags/tag201.xml"/><Relationship Id="rId16" Type="http://schemas.openxmlformats.org/officeDocument/2006/relationships/tags" Target="../tags/tag158.xml"/><Relationship Id="rId159" Type="http://schemas.openxmlformats.org/officeDocument/2006/relationships/image" Target="../media/image71.wmf"/><Relationship Id="rId158" Type="http://schemas.openxmlformats.org/officeDocument/2006/relationships/oleObject" Target="../embeddings/oleObject61.bin"/><Relationship Id="rId157" Type="http://schemas.openxmlformats.org/officeDocument/2006/relationships/tags" Target="../tags/tag200.xml"/><Relationship Id="rId156" Type="http://schemas.openxmlformats.org/officeDocument/2006/relationships/image" Target="../media/image70.wmf"/><Relationship Id="rId155" Type="http://schemas.openxmlformats.org/officeDocument/2006/relationships/oleObject" Target="../embeddings/oleObject60.bin"/><Relationship Id="rId154" Type="http://schemas.openxmlformats.org/officeDocument/2006/relationships/tags" Target="../tags/tag199.xml"/><Relationship Id="rId153" Type="http://schemas.openxmlformats.org/officeDocument/2006/relationships/image" Target="../media/image69.wmf"/><Relationship Id="rId152" Type="http://schemas.openxmlformats.org/officeDocument/2006/relationships/oleObject" Target="../embeddings/oleObject59.bin"/><Relationship Id="rId151" Type="http://schemas.openxmlformats.org/officeDocument/2006/relationships/tags" Target="../tags/tag198.xml"/><Relationship Id="rId150" Type="http://schemas.openxmlformats.org/officeDocument/2006/relationships/image" Target="../media/image68.wmf"/><Relationship Id="rId15" Type="http://schemas.openxmlformats.org/officeDocument/2006/relationships/tags" Target="../tags/tag157.xml"/><Relationship Id="rId149" Type="http://schemas.openxmlformats.org/officeDocument/2006/relationships/oleObject" Target="../embeddings/oleObject58.bin"/><Relationship Id="rId148" Type="http://schemas.openxmlformats.org/officeDocument/2006/relationships/image" Target="../media/image67.wmf"/><Relationship Id="rId147" Type="http://schemas.openxmlformats.org/officeDocument/2006/relationships/oleObject" Target="../embeddings/oleObject57.bin"/><Relationship Id="rId146" Type="http://schemas.openxmlformats.org/officeDocument/2006/relationships/image" Target="../media/image66.wmf"/><Relationship Id="rId145" Type="http://schemas.openxmlformats.org/officeDocument/2006/relationships/oleObject" Target="../embeddings/oleObject56.bin"/><Relationship Id="rId144" Type="http://schemas.openxmlformats.org/officeDocument/2006/relationships/image" Target="../media/image65.wmf"/><Relationship Id="rId143" Type="http://schemas.openxmlformats.org/officeDocument/2006/relationships/oleObject" Target="../embeddings/oleObject55.bin"/><Relationship Id="rId142" Type="http://schemas.openxmlformats.org/officeDocument/2006/relationships/image" Target="../media/image64.wmf"/><Relationship Id="rId141" Type="http://schemas.openxmlformats.org/officeDocument/2006/relationships/oleObject" Target="../embeddings/oleObject54.bin"/><Relationship Id="rId140" Type="http://schemas.openxmlformats.org/officeDocument/2006/relationships/oleObject" Target="../embeddings/oleObject53.bin"/><Relationship Id="rId14" Type="http://schemas.openxmlformats.org/officeDocument/2006/relationships/tags" Target="../tags/tag156.xml"/><Relationship Id="rId139" Type="http://schemas.openxmlformats.org/officeDocument/2006/relationships/tags" Target="../tags/tag197.xml"/><Relationship Id="rId138" Type="http://schemas.openxmlformats.org/officeDocument/2006/relationships/oleObject" Target="../embeddings/oleObject52.bin"/><Relationship Id="rId137" Type="http://schemas.openxmlformats.org/officeDocument/2006/relationships/tags" Target="../tags/tag196.xml"/><Relationship Id="rId136" Type="http://schemas.openxmlformats.org/officeDocument/2006/relationships/oleObject" Target="../embeddings/oleObject51.bin"/><Relationship Id="rId135" Type="http://schemas.openxmlformats.org/officeDocument/2006/relationships/tags" Target="../tags/tag195.xml"/><Relationship Id="rId134" Type="http://schemas.openxmlformats.org/officeDocument/2006/relationships/oleObject" Target="../embeddings/oleObject50.bin"/><Relationship Id="rId133" Type="http://schemas.openxmlformats.org/officeDocument/2006/relationships/tags" Target="../tags/tag194.xml"/><Relationship Id="rId132" Type="http://schemas.openxmlformats.org/officeDocument/2006/relationships/oleObject" Target="../embeddings/oleObject49.bin"/><Relationship Id="rId131" Type="http://schemas.openxmlformats.org/officeDocument/2006/relationships/tags" Target="../tags/tag193.xml"/><Relationship Id="rId130" Type="http://schemas.openxmlformats.org/officeDocument/2006/relationships/oleObject" Target="../embeddings/oleObject48.bin"/><Relationship Id="rId13" Type="http://schemas.openxmlformats.org/officeDocument/2006/relationships/tags" Target="../tags/tag155.xml"/><Relationship Id="rId129" Type="http://schemas.openxmlformats.org/officeDocument/2006/relationships/tags" Target="../tags/tag192.xml"/><Relationship Id="rId128" Type="http://schemas.openxmlformats.org/officeDocument/2006/relationships/image" Target="../media/image63.wmf"/><Relationship Id="rId127" Type="http://schemas.openxmlformats.org/officeDocument/2006/relationships/oleObject" Target="../embeddings/oleObject47.bin"/><Relationship Id="rId126" Type="http://schemas.openxmlformats.org/officeDocument/2006/relationships/image" Target="../media/image62.wmf"/><Relationship Id="rId125" Type="http://schemas.openxmlformats.org/officeDocument/2006/relationships/oleObject" Target="../embeddings/oleObject46.bin"/><Relationship Id="rId124" Type="http://schemas.openxmlformats.org/officeDocument/2006/relationships/image" Target="../media/image61.wmf"/><Relationship Id="rId123" Type="http://schemas.openxmlformats.org/officeDocument/2006/relationships/oleObject" Target="../embeddings/oleObject45.bin"/><Relationship Id="rId122" Type="http://schemas.openxmlformats.org/officeDocument/2006/relationships/image" Target="../media/image60.wmf"/><Relationship Id="rId121" Type="http://schemas.openxmlformats.org/officeDocument/2006/relationships/oleObject" Target="../embeddings/oleObject44.bin"/><Relationship Id="rId120" Type="http://schemas.openxmlformats.org/officeDocument/2006/relationships/image" Target="../media/image59.wmf"/><Relationship Id="rId12" Type="http://schemas.openxmlformats.org/officeDocument/2006/relationships/tags" Target="../tags/tag154.xml"/><Relationship Id="rId119" Type="http://schemas.openxmlformats.org/officeDocument/2006/relationships/oleObject" Target="../embeddings/oleObject43.bin"/><Relationship Id="rId118" Type="http://schemas.openxmlformats.org/officeDocument/2006/relationships/image" Target="../media/image58.wmf"/><Relationship Id="rId117" Type="http://schemas.openxmlformats.org/officeDocument/2006/relationships/oleObject" Target="../embeddings/oleObject42.bin"/><Relationship Id="rId116" Type="http://schemas.openxmlformats.org/officeDocument/2006/relationships/image" Target="../media/image57.wmf"/><Relationship Id="rId115" Type="http://schemas.openxmlformats.org/officeDocument/2006/relationships/oleObject" Target="../embeddings/oleObject41.bin"/><Relationship Id="rId114" Type="http://schemas.openxmlformats.org/officeDocument/2006/relationships/image" Target="../media/image56.wmf"/><Relationship Id="rId113" Type="http://schemas.openxmlformats.org/officeDocument/2006/relationships/oleObject" Target="../embeddings/oleObject40.bin"/><Relationship Id="rId112" Type="http://schemas.openxmlformats.org/officeDocument/2006/relationships/image" Target="../media/image55.wmf"/><Relationship Id="rId111" Type="http://schemas.openxmlformats.org/officeDocument/2006/relationships/oleObject" Target="../embeddings/oleObject39.bin"/><Relationship Id="rId110" Type="http://schemas.openxmlformats.org/officeDocument/2006/relationships/image" Target="../media/image54.wmf"/><Relationship Id="rId11" Type="http://schemas.openxmlformats.org/officeDocument/2006/relationships/tags" Target="../tags/tag153.xml"/><Relationship Id="rId109" Type="http://schemas.openxmlformats.org/officeDocument/2006/relationships/oleObject" Target="../embeddings/oleObject38.bin"/><Relationship Id="rId108" Type="http://schemas.openxmlformats.org/officeDocument/2006/relationships/image" Target="../media/image53.wmf"/><Relationship Id="rId107" Type="http://schemas.openxmlformats.org/officeDocument/2006/relationships/oleObject" Target="../embeddings/oleObject37.bin"/><Relationship Id="rId106" Type="http://schemas.openxmlformats.org/officeDocument/2006/relationships/image" Target="../media/image52.wmf"/><Relationship Id="rId105" Type="http://schemas.openxmlformats.org/officeDocument/2006/relationships/oleObject" Target="../embeddings/oleObject36.bin"/><Relationship Id="rId104" Type="http://schemas.openxmlformats.org/officeDocument/2006/relationships/image" Target="../media/image51.wmf"/><Relationship Id="rId103" Type="http://schemas.openxmlformats.org/officeDocument/2006/relationships/oleObject" Target="../embeddings/oleObject35.bin"/><Relationship Id="rId102" Type="http://schemas.openxmlformats.org/officeDocument/2006/relationships/image" Target="../media/image50.wmf"/><Relationship Id="rId101" Type="http://schemas.openxmlformats.org/officeDocument/2006/relationships/oleObject" Target="../embeddings/oleObject34.bin"/><Relationship Id="rId100" Type="http://schemas.openxmlformats.org/officeDocument/2006/relationships/image" Target="../media/image49.wmf"/><Relationship Id="rId10" Type="http://schemas.openxmlformats.org/officeDocument/2006/relationships/tags" Target="../tags/tag152.xml"/><Relationship Id="rId1" Type="http://schemas.openxmlformats.org/officeDocument/2006/relationships/tags" Target="../tags/tag143.xml"/></Relationships>
</file>

<file path=ppt/slides/_rels/slide11.xml.rels><?xml version="1.0" encoding="UTF-8" standalone="yes"?>
<Relationships xmlns="http://schemas.openxmlformats.org/package/2006/relationships"><Relationship Id="rId99" Type="http://schemas.openxmlformats.org/officeDocument/2006/relationships/oleObject" Target="../embeddings/oleObject87.bin"/><Relationship Id="rId98" Type="http://schemas.openxmlformats.org/officeDocument/2006/relationships/tags" Target="../tags/tag254.xml"/><Relationship Id="rId97" Type="http://schemas.openxmlformats.org/officeDocument/2006/relationships/image" Target="../media/image60.wmf"/><Relationship Id="rId96" Type="http://schemas.openxmlformats.org/officeDocument/2006/relationships/oleObject" Target="../embeddings/oleObject86.bin"/><Relationship Id="rId95" Type="http://schemas.openxmlformats.org/officeDocument/2006/relationships/tags" Target="../tags/tag253.xml"/><Relationship Id="rId94" Type="http://schemas.openxmlformats.org/officeDocument/2006/relationships/image" Target="../media/image59.wmf"/><Relationship Id="rId93" Type="http://schemas.openxmlformats.org/officeDocument/2006/relationships/oleObject" Target="../embeddings/oleObject85.bin"/><Relationship Id="rId92" Type="http://schemas.openxmlformats.org/officeDocument/2006/relationships/tags" Target="../tags/tag252.xml"/><Relationship Id="rId91" Type="http://schemas.openxmlformats.org/officeDocument/2006/relationships/image" Target="../media/image45.wmf"/><Relationship Id="rId90" Type="http://schemas.openxmlformats.org/officeDocument/2006/relationships/oleObject" Target="../embeddings/oleObject84.bin"/><Relationship Id="rId9" Type="http://schemas.openxmlformats.org/officeDocument/2006/relationships/tags" Target="../tags/tag211.xml"/><Relationship Id="rId89" Type="http://schemas.openxmlformats.org/officeDocument/2006/relationships/tags" Target="../tags/tag251.xml"/><Relationship Id="rId88" Type="http://schemas.openxmlformats.org/officeDocument/2006/relationships/image" Target="../media/image44.wmf"/><Relationship Id="rId87" Type="http://schemas.openxmlformats.org/officeDocument/2006/relationships/oleObject" Target="../embeddings/oleObject83.bin"/><Relationship Id="rId86" Type="http://schemas.openxmlformats.org/officeDocument/2006/relationships/tags" Target="../tags/tag250.xml"/><Relationship Id="rId85" Type="http://schemas.openxmlformats.org/officeDocument/2006/relationships/image" Target="../media/image43.wmf"/><Relationship Id="rId84" Type="http://schemas.openxmlformats.org/officeDocument/2006/relationships/oleObject" Target="../embeddings/oleObject82.bin"/><Relationship Id="rId83" Type="http://schemas.openxmlformats.org/officeDocument/2006/relationships/tags" Target="../tags/tag249.xml"/><Relationship Id="rId82" Type="http://schemas.openxmlformats.org/officeDocument/2006/relationships/tags" Target="../tags/tag248.xml"/><Relationship Id="rId81" Type="http://schemas.openxmlformats.org/officeDocument/2006/relationships/image" Target="../media/image42.wmf"/><Relationship Id="rId80" Type="http://schemas.openxmlformats.org/officeDocument/2006/relationships/oleObject" Target="../embeddings/oleObject81.bin"/><Relationship Id="rId8" Type="http://schemas.openxmlformats.org/officeDocument/2006/relationships/tags" Target="../tags/tag210.xml"/><Relationship Id="rId79" Type="http://schemas.openxmlformats.org/officeDocument/2006/relationships/tags" Target="../tags/tag247.xml"/><Relationship Id="rId78" Type="http://schemas.openxmlformats.org/officeDocument/2006/relationships/image" Target="../media/image41.wmf"/><Relationship Id="rId77" Type="http://schemas.openxmlformats.org/officeDocument/2006/relationships/oleObject" Target="../embeddings/oleObject80.bin"/><Relationship Id="rId76" Type="http://schemas.openxmlformats.org/officeDocument/2006/relationships/tags" Target="../tags/tag246.xml"/><Relationship Id="rId75" Type="http://schemas.openxmlformats.org/officeDocument/2006/relationships/image" Target="../media/image40.wmf"/><Relationship Id="rId74" Type="http://schemas.openxmlformats.org/officeDocument/2006/relationships/oleObject" Target="../embeddings/oleObject79.bin"/><Relationship Id="rId73" Type="http://schemas.openxmlformats.org/officeDocument/2006/relationships/tags" Target="../tags/tag245.xml"/><Relationship Id="rId72" Type="http://schemas.openxmlformats.org/officeDocument/2006/relationships/image" Target="../media/image39.wmf"/><Relationship Id="rId71" Type="http://schemas.openxmlformats.org/officeDocument/2006/relationships/oleObject" Target="../embeddings/oleObject78.bin"/><Relationship Id="rId70" Type="http://schemas.openxmlformats.org/officeDocument/2006/relationships/tags" Target="../tags/tag244.xml"/><Relationship Id="rId7" Type="http://schemas.openxmlformats.org/officeDocument/2006/relationships/tags" Target="../tags/tag209.xml"/><Relationship Id="rId69" Type="http://schemas.openxmlformats.org/officeDocument/2006/relationships/image" Target="../media/image38.wmf"/><Relationship Id="rId68" Type="http://schemas.openxmlformats.org/officeDocument/2006/relationships/oleObject" Target="../embeddings/oleObject77.bin"/><Relationship Id="rId67" Type="http://schemas.openxmlformats.org/officeDocument/2006/relationships/tags" Target="../tags/tag243.xml"/><Relationship Id="rId66" Type="http://schemas.openxmlformats.org/officeDocument/2006/relationships/image" Target="../media/image37.wmf"/><Relationship Id="rId65" Type="http://schemas.openxmlformats.org/officeDocument/2006/relationships/oleObject" Target="../embeddings/oleObject76.bin"/><Relationship Id="rId64" Type="http://schemas.openxmlformats.org/officeDocument/2006/relationships/tags" Target="../tags/tag242.xml"/><Relationship Id="rId63" Type="http://schemas.openxmlformats.org/officeDocument/2006/relationships/image" Target="../media/image36.wmf"/><Relationship Id="rId62" Type="http://schemas.openxmlformats.org/officeDocument/2006/relationships/oleObject" Target="../embeddings/oleObject75.bin"/><Relationship Id="rId61" Type="http://schemas.openxmlformats.org/officeDocument/2006/relationships/tags" Target="../tags/tag241.xml"/><Relationship Id="rId60" Type="http://schemas.openxmlformats.org/officeDocument/2006/relationships/image" Target="../media/image35.wmf"/><Relationship Id="rId6" Type="http://schemas.openxmlformats.org/officeDocument/2006/relationships/tags" Target="../tags/tag208.xml"/><Relationship Id="rId59" Type="http://schemas.openxmlformats.org/officeDocument/2006/relationships/oleObject" Target="../embeddings/oleObject74.bin"/><Relationship Id="rId58" Type="http://schemas.openxmlformats.org/officeDocument/2006/relationships/tags" Target="../tags/tag240.xml"/><Relationship Id="rId57" Type="http://schemas.openxmlformats.org/officeDocument/2006/relationships/image" Target="../media/image34.wmf"/><Relationship Id="rId56" Type="http://schemas.openxmlformats.org/officeDocument/2006/relationships/oleObject" Target="../embeddings/oleObject73.bin"/><Relationship Id="rId55" Type="http://schemas.openxmlformats.org/officeDocument/2006/relationships/tags" Target="../tags/tag239.xml"/><Relationship Id="rId54" Type="http://schemas.openxmlformats.org/officeDocument/2006/relationships/image" Target="../media/image33.wmf"/><Relationship Id="rId53" Type="http://schemas.openxmlformats.org/officeDocument/2006/relationships/oleObject" Target="../embeddings/oleObject72.bin"/><Relationship Id="rId52" Type="http://schemas.openxmlformats.org/officeDocument/2006/relationships/tags" Target="../tags/tag238.xml"/><Relationship Id="rId51" Type="http://schemas.openxmlformats.org/officeDocument/2006/relationships/image" Target="../media/image32.wmf"/><Relationship Id="rId50" Type="http://schemas.openxmlformats.org/officeDocument/2006/relationships/oleObject" Target="../embeddings/oleObject71.bin"/><Relationship Id="rId5" Type="http://schemas.openxmlformats.org/officeDocument/2006/relationships/tags" Target="../tags/tag207.xml"/><Relationship Id="rId49" Type="http://schemas.openxmlformats.org/officeDocument/2006/relationships/tags" Target="../tags/tag237.xml"/><Relationship Id="rId48" Type="http://schemas.openxmlformats.org/officeDocument/2006/relationships/image" Target="../media/image31.wmf"/><Relationship Id="rId47" Type="http://schemas.openxmlformats.org/officeDocument/2006/relationships/oleObject" Target="../embeddings/oleObject70.bin"/><Relationship Id="rId46" Type="http://schemas.openxmlformats.org/officeDocument/2006/relationships/tags" Target="../tags/tag236.xml"/><Relationship Id="rId45" Type="http://schemas.openxmlformats.org/officeDocument/2006/relationships/image" Target="../media/image30.wmf"/><Relationship Id="rId44" Type="http://schemas.openxmlformats.org/officeDocument/2006/relationships/oleObject" Target="../embeddings/oleObject69.bin"/><Relationship Id="rId43" Type="http://schemas.openxmlformats.org/officeDocument/2006/relationships/tags" Target="../tags/tag235.xml"/><Relationship Id="rId42" Type="http://schemas.openxmlformats.org/officeDocument/2006/relationships/image" Target="../media/image29.wmf"/><Relationship Id="rId41" Type="http://schemas.openxmlformats.org/officeDocument/2006/relationships/oleObject" Target="../embeddings/oleObject68.bin"/><Relationship Id="rId40" Type="http://schemas.openxmlformats.org/officeDocument/2006/relationships/tags" Target="../tags/tag234.xml"/><Relationship Id="rId4" Type="http://schemas.openxmlformats.org/officeDocument/2006/relationships/tags" Target="../tags/tag206.xml"/><Relationship Id="rId39" Type="http://schemas.openxmlformats.org/officeDocument/2006/relationships/image" Target="../media/image28.wmf"/><Relationship Id="rId38" Type="http://schemas.openxmlformats.org/officeDocument/2006/relationships/oleObject" Target="../embeddings/oleObject67.bin"/><Relationship Id="rId37" Type="http://schemas.openxmlformats.org/officeDocument/2006/relationships/tags" Target="../tags/tag233.xml"/><Relationship Id="rId36" Type="http://schemas.openxmlformats.org/officeDocument/2006/relationships/image" Target="../media/image27.wmf"/><Relationship Id="rId35" Type="http://schemas.openxmlformats.org/officeDocument/2006/relationships/oleObject" Target="../embeddings/oleObject66.bin"/><Relationship Id="rId34" Type="http://schemas.openxmlformats.org/officeDocument/2006/relationships/tags" Target="../tags/tag232.xml"/><Relationship Id="rId33" Type="http://schemas.openxmlformats.org/officeDocument/2006/relationships/image" Target="../media/image26.wmf"/><Relationship Id="rId32" Type="http://schemas.openxmlformats.org/officeDocument/2006/relationships/oleObject" Target="../embeddings/oleObject65.bin"/><Relationship Id="rId31" Type="http://schemas.openxmlformats.org/officeDocument/2006/relationships/tags" Target="../tags/tag231.xml"/><Relationship Id="rId30" Type="http://schemas.openxmlformats.org/officeDocument/2006/relationships/image" Target="../media/image25.wmf"/><Relationship Id="rId3" Type="http://schemas.openxmlformats.org/officeDocument/2006/relationships/tags" Target="../tags/tag205.xml"/><Relationship Id="rId29" Type="http://schemas.openxmlformats.org/officeDocument/2006/relationships/oleObject" Target="../embeddings/oleObject64.bin"/><Relationship Id="rId28" Type="http://schemas.openxmlformats.org/officeDocument/2006/relationships/tags" Target="../tags/tag230.xml"/><Relationship Id="rId27" Type="http://schemas.openxmlformats.org/officeDocument/2006/relationships/tags" Target="../tags/tag229.xml"/><Relationship Id="rId26" Type="http://schemas.openxmlformats.org/officeDocument/2006/relationships/tags" Target="../tags/tag228.xml"/><Relationship Id="rId25" Type="http://schemas.openxmlformats.org/officeDocument/2006/relationships/tags" Target="../tags/tag227.xml"/><Relationship Id="rId24" Type="http://schemas.openxmlformats.org/officeDocument/2006/relationships/tags" Target="../tags/tag226.xml"/><Relationship Id="rId23" Type="http://schemas.openxmlformats.org/officeDocument/2006/relationships/tags" Target="../tags/tag225.xml"/><Relationship Id="rId22" Type="http://schemas.openxmlformats.org/officeDocument/2006/relationships/tags" Target="../tags/tag224.xml"/><Relationship Id="rId21" Type="http://schemas.openxmlformats.org/officeDocument/2006/relationships/tags" Target="../tags/tag223.xml"/><Relationship Id="rId20" Type="http://schemas.openxmlformats.org/officeDocument/2006/relationships/tags" Target="../tags/tag222.xml"/><Relationship Id="rId2" Type="http://schemas.openxmlformats.org/officeDocument/2006/relationships/tags" Target="../tags/tag204.xml"/><Relationship Id="rId19" Type="http://schemas.openxmlformats.org/officeDocument/2006/relationships/tags" Target="../tags/tag221.xml"/><Relationship Id="rId18" Type="http://schemas.openxmlformats.org/officeDocument/2006/relationships/tags" Target="../tags/tag220.xml"/><Relationship Id="rId17" Type="http://schemas.openxmlformats.org/officeDocument/2006/relationships/tags" Target="../tags/tag219.xml"/><Relationship Id="rId16" Type="http://schemas.openxmlformats.org/officeDocument/2006/relationships/tags" Target="../tags/tag218.xml"/><Relationship Id="rId15" Type="http://schemas.openxmlformats.org/officeDocument/2006/relationships/tags" Target="../tags/tag217.xml"/><Relationship Id="rId14" Type="http://schemas.openxmlformats.org/officeDocument/2006/relationships/tags" Target="../tags/tag216.xml"/><Relationship Id="rId13" Type="http://schemas.openxmlformats.org/officeDocument/2006/relationships/tags" Target="../tags/tag215.xml"/><Relationship Id="rId12" Type="http://schemas.openxmlformats.org/officeDocument/2006/relationships/tags" Target="../tags/tag214.xml"/><Relationship Id="rId111" Type="http://schemas.openxmlformats.org/officeDocument/2006/relationships/notesSlide" Target="../notesSlides/notesSlide11.xml"/><Relationship Id="rId110" Type="http://schemas.openxmlformats.org/officeDocument/2006/relationships/vmlDrawing" Target="../drawings/vmlDrawing4.vml"/><Relationship Id="rId11" Type="http://schemas.openxmlformats.org/officeDocument/2006/relationships/tags" Target="../tags/tag213.xml"/><Relationship Id="rId109" Type="http://schemas.openxmlformats.org/officeDocument/2006/relationships/slideLayout" Target="../slideLayouts/slideLayout4.xml"/><Relationship Id="rId108" Type="http://schemas.openxmlformats.org/officeDocument/2006/relationships/image" Target="../media/image65.wmf"/><Relationship Id="rId107" Type="http://schemas.openxmlformats.org/officeDocument/2006/relationships/oleObject" Target="../embeddings/oleObject90.bin"/><Relationship Id="rId106" Type="http://schemas.openxmlformats.org/officeDocument/2006/relationships/image" Target="../media/image63.wmf"/><Relationship Id="rId105" Type="http://schemas.openxmlformats.org/officeDocument/2006/relationships/oleObject" Target="../embeddings/oleObject89.bin"/><Relationship Id="rId104" Type="http://schemas.openxmlformats.org/officeDocument/2006/relationships/tags" Target="../tags/tag256.xml"/><Relationship Id="rId103" Type="http://schemas.openxmlformats.org/officeDocument/2006/relationships/image" Target="../media/image62.wmf"/><Relationship Id="rId102" Type="http://schemas.openxmlformats.org/officeDocument/2006/relationships/oleObject" Target="../embeddings/oleObject88.bin"/><Relationship Id="rId101" Type="http://schemas.openxmlformats.org/officeDocument/2006/relationships/tags" Target="../tags/tag255.xml"/><Relationship Id="rId100" Type="http://schemas.openxmlformats.org/officeDocument/2006/relationships/image" Target="../media/image61.wmf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257.xml"/><Relationship Id="rId3" Type="http://schemas.openxmlformats.org/officeDocument/2006/relationships/image" Target="../media/image17.emf"/><Relationship Id="rId2" Type="http://schemas.openxmlformats.org/officeDocument/2006/relationships/image" Target="../media/image18.emf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80.png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2" Type="http://schemas.openxmlformats.org/officeDocument/2006/relationships/notesSlide" Target="../notesSlides/notesSlide16.x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98.svg"/><Relationship Id="rId3" Type="http://schemas.openxmlformats.org/officeDocument/2006/relationships/tags" Target="../tags/tag260.xml"/><Relationship Id="rId29" Type="http://schemas.openxmlformats.org/officeDocument/2006/relationships/image" Target="../media/image97.png"/><Relationship Id="rId28" Type="http://schemas.openxmlformats.org/officeDocument/2006/relationships/tags" Target="../tags/tag277.xml"/><Relationship Id="rId27" Type="http://schemas.openxmlformats.org/officeDocument/2006/relationships/image" Target="../media/image96.svg"/><Relationship Id="rId26" Type="http://schemas.openxmlformats.org/officeDocument/2006/relationships/image" Target="../media/image95.png"/><Relationship Id="rId25" Type="http://schemas.openxmlformats.org/officeDocument/2006/relationships/tags" Target="../tags/tag276.xml"/><Relationship Id="rId24" Type="http://schemas.openxmlformats.org/officeDocument/2006/relationships/image" Target="../media/image94.svg"/><Relationship Id="rId23" Type="http://schemas.openxmlformats.org/officeDocument/2006/relationships/image" Target="../media/image93.png"/><Relationship Id="rId22" Type="http://schemas.openxmlformats.org/officeDocument/2006/relationships/tags" Target="../tags/tag275.xml"/><Relationship Id="rId21" Type="http://schemas.openxmlformats.org/officeDocument/2006/relationships/image" Target="../media/image92.svg"/><Relationship Id="rId20" Type="http://schemas.openxmlformats.org/officeDocument/2006/relationships/image" Target="../media/image91.png"/><Relationship Id="rId2" Type="http://schemas.openxmlformats.org/officeDocument/2006/relationships/tags" Target="../tags/tag259.xml"/><Relationship Id="rId19" Type="http://schemas.openxmlformats.org/officeDocument/2006/relationships/tags" Target="../tags/tag274.xml"/><Relationship Id="rId18" Type="http://schemas.openxmlformats.org/officeDocument/2006/relationships/image" Target="../media/image90.svg"/><Relationship Id="rId17" Type="http://schemas.openxmlformats.org/officeDocument/2006/relationships/image" Target="../media/image89.png"/><Relationship Id="rId16" Type="http://schemas.openxmlformats.org/officeDocument/2006/relationships/tags" Target="../tags/tag273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tags" Target="../tags/tag2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32388" y="1847215"/>
            <a:ext cx="9510077" cy="3163570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10619740" y="4681538"/>
            <a:ext cx="1109663" cy="1130300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 bwMode="auto">
          <a:xfrm>
            <a:off x="850583" y="1030288"/>
            <a:ext cx="1109662" cy="1131887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648462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95145" y="2249805"/>
            <a:ext cx="8867140" cy="140271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4000">
                <a:solidFill>
                  <a:srgbClr val="044875"/>
                </a:solidFill>
                <a:latin typeface="Times New Roman" panose="02020503050405090304" pitchFamily="18" charset="0"/>
                <a:ea typeface="NimbusRomNo9L-Regu"/>
                <a:cs typeface="Times New Roman" panose="02020503050405090304" pitchFamily="18" charset="0"/>
              </a:rPr>
              <a:t>Multi-Source Loose Contact Event Query </a:t>
            </a:r>
            <a:endParaRPr lang="en-US" altLang="zh-CN" sz="4000">
              <a:solidFill>
                <a:srgbClr val="044875"/>
              </a:solidFill>
              <a:latin typeface="Times New Roman" panose="02020503050405090304" pitchFamily="18" charset="0"/>
              <a:ea typeface="NimbusRomNo9L-Regu"/>
              <a:cs typeface="Times New Roman" panose="02020503050405090304" pitchFamily="18" charset="0"/>
            </a:endParaRPr>
          </a:p>
          <a:p>
            <a:pPr algn="ctr"/>
            <a:r>
              <a:rPr lang="en-US" altLang="zh-CN" sz="4000">
                <a:solidFill>
                  <a:srgbClr val="044875"/>
                </a:solidFill>
                <a:latin typeface="Times New Roman" panose="02020503050405090304" pitchFamily="18" charset="0"/>
                <a:ea typeface="NimbusRomNo9L-Regu"/>
                <a:cs typeface="Times New Roman" panose="02020503050405090304" pitchFamily="18" charset="0"/>
              </a:rPr>
              <a:t>Processing for Moving Objects</a:t>
            </a:r>
            <a:endParaRPr lang="en-US" altLang="zh-CN" sz="4000">
              <a:solidFill>
                <a:srgbClr val="044875"/>
              </a:solidFill>
              <a:latin typeface="Times New Roman" panose="02020503050405090304" pitchFamily="18" charset="0"/>
              <a:ea typeface="NimbusRomNo9L-Regu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31180" y="3571875"/>
            <a:ext cx="161544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04487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Shuying </a:t>
            </a:r>
            <a:r>
              <a:rPr lang="en-US" altLang="zh-CN">
                <a:solidFill>
                  <a:srgbClr val="04487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Duan</a:t>
            </a:r>
            <a:endParaRPr lang="en-US" altLang="zh-CN">
              <a:solidFill>
                <a:srgbClr val="04487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97300" y="3977005"/>
            <a:ext cx="5560695" cy="363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rgbClr val="044875"/>
                </a:solidFill>
              </a:rPr>
              <a:t>Nanjing University of Posts and Telecommunications</a:t>
            </a:r>
            <a:endParaRPr lang="zh-CN" altLang="en-US">
              <a:solidFill>
                <a:srgbClr val="044875"/>
              </a:solidFill>
            </a:endParaRPr>
          </a:p>
          <a:p>
            <a:endParaRPr lang="zh-CN" altLang="en-US">
              <a:solidFill>
                <a:srgbClr val="044875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45648" y="4405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44875"/>
                </a:solidFill>
              </a:rPr>
              <a:t>1</a:t>
            </a:r>
            <a:r>
              <a:rPr lang="en-US" altLang="zh-CN">
                <a:solidFill>
                  <a:srgbClr val="044875"/>
                </a:solidFill>
              </a:rPr>
              <a:t>025040904</a:t>
            </a:r>
            <a:r>
              <a:rPr lang="zh-CN" altLang="en-US">
                <a:solidFill>
                  <a:srgbClr val="044875"/>
                </a:solidFill>
              </a:rPr>
              <a:t>@njupt.edu.cn</a:t>
            </a:r>
            <a:endParaRPr lang="zh-CN" altLang="en-US">
              <a:solidFill>
                <a:srgbClr val="044875"/>
              </a:solidFill>
            </a:endParaRPr>
          </a:p>
        </p:txBody>
      </p:sp>
    </p:spTree>
  </p:cSld>
  <p:clrMapOvr>
    <a:masterClrMapping/>
  </p:clrMapOvr>
  <p:transition spd="slow" advTm="16871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523355"/>
            <a:ext cx="12192635" cy="33464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785620" y="1818640"/>
            <a:ext cx="8028305" cy="3681095"/>
            <a:chOff x="1940" y="2753"/>
            <a:chExt cx="12643" cy="5797"/>
          </a:xfrm>
        </p:grpSpPr>
        <p:grpSp>
          <p:nvGrpSpPr>
            <p:cNvPr id="70" name="组合 69"/>
            <p:cNvGrpSpPr/>
            <p:nvPr/>
          </p:nvGrpSpPr>
          <p:grpSpPr bwMode="auto">
            <a:xfrm>
              <a:off x="1940" y="2753"/>
              <a:ext cx="12642" cy="1123"/>
              <a:chOff x="6298049" y="1397569"/>
              <a:chExt cx="8025895" cy="713199"/>
            </a:xfrm>
          </p:grpSpPr>
          <p:sp>
            <p:nvSpPr>
              <p:cNvPr id="20" name="Freeform 74"/>
              <p:cNvSpPr>
                <a:spLocks noEditPoint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7321760" y="1592858"/>
                <a:ext cx="538044" cy="350883"/>
              </a:xfrm>
              <a:custGeom>
                <a:avLst/>
                <a:gdLst>
                  <a:gd name="T0" fmla="*/ 18 w 99"/>
                  <a:gd name="T1" fmla="*/ 58 h 65"/>
                  <a:gd name="T2" fmla="*/ 53 w 99"/>
                  <a:gd name="T3" fmla="*/ 65 h 65"/>
                  <a:gd name="T4" fmla="*/ 87 w 99"/>
                  <a:gd name="T5" fmla="*/ 57 h 65"/>
                  <a:gd name="T6" fmla="*/ 87 w 99"/>
                  <a:gd name="T7" fmla="*/ 23 h 65"/>
                  <a:gd name="T8" fmla="*/ 53 w 99"/>
                  <a:gd name="T9" fmla="*/ 28 h 65"/>
                  <a:gd name="T10" fmla="*/ 18 w 99"/>
                  <a:gd name="T11" fmla="*/ 23 h 65"/>
                  <a:gd name="T12" fmla="*/ 18 w 99"/>
                  <a:gd name="T13" fmla="*/ 58 h 65"/>
                  <a:gd name="T14" fmla="*/ 99 w 99"/>
                  <a:gd name="T15" fmla="*/ 8 h 65"/>
                  <a:gd name="T16" fmla="*/ 99 w 99"/>
                  <a:gd name="T17" fmla="*/ 17 h 65"/>
                  <a:gd name="T18" fmla="*/ 53 w 99"/>
                  <a:gd name="T19" fmla="*/ 24 h 65"/>
                  <a:gd name="T20" fmla="*/ 7 w 99"/>
                  <a:gd name="T21" fmla="*/ 17 h 65"/>
                  <a:gd name="T22" fmla="*/ 7 w 99"/>
                  <a:gd name="T23" fmla="*/ 34 h 65"/>
                  <a:gd name="T24" fmla="*/ 9 w 99"/>
                  <a:gd name="T25" fmla="*/ 37 h 65"/>
                  <a:gd name="T26" fmla="*/ 5 w 99"/>
                  <a:gd name="T27" fmla="*/ 41 h 65"/>
                  <a:gd name="T28" fmla="*/ 2 w 99"/>
                  <a:gd name="T29" fmla="*/ 37 h 65"/>
                  <a:gd name="T30" fmla="*/ 4 w 99"/>
                  <a:gd name="T31" fmla="*/ 34 h 65"/>
                  <a:gd name="T32" fmla="*/ 4 w 99"/>
                  <a:gd name="T33" fmla="*/ 8 h 65"/>
                  <a:gd name="T34" fmla="*/ 53 w 99"/>
                  <a:gd name="T35" fmla="*/ 0 h 65"/>
                  <a:gd name="T36" fmla="*/ 99 w 99"/>
                  <a:gd name="T37" fmla="*/ 8 h 65"/>
                  <a:gd name="T38" fmla="*/ 8 w 99"/>
                  <a:gd name="T39" fmla="*/ 42 h 65"/>
                  <a:gd name="T40" fmla="*/ 3 w 99"/>
                  <a:gd name="T41" fmla="*/ 42 h 65"/>
                  <a:gd name="T42" fmla="*/ 0 w 99"/>
                  <a:gd name="T43" fmla="*/ 58 h 65"/>
                  <a:gd name="T44" fmla="*/ 2 w 99"/>
                  <a:gd name="T45" fmla="*/ 58 h 65"/>
                  <a:gd name="T46" fmla="*/ 3 w 99"/>
                  <a:gd name="T47" fmla="*/ 56 h 65"/>
                  <a:gd name="T48" fmla="*/ 3 w 99"/>
                  <a:gd name="T49" fmla="*/ 58 h 65"/>
                  <a:gd name="T50" fmla="*/ 6 w 99"/>
                  <a:gd name="T51" fmla="*/ 59 h 65"/>
                  <a:gd name="T52" fmla="*/ 7 w 99"/>
                  <a:gd name="T53" fmla="*/ 57 h 65"/>
                  <a:gd name="T54" fmla="*/ 7 w 99"/>
                  <a:gd name="T55" fmla="*/ 59 h 65"/>
                  <a:gd name="T56" fmla="*/ 8 w 99"/>
                  <a:gd name="T57" fmla="*/ 59 h 65"/>
                  <a:gd name="T58" fmla="*/ 8 w 99"/>
                  <a:gd name="T59" fmla="*/ 51 h 65"/>
                  <a:gd name="T60" fmla="*/ 9 w 99"/>
                  <a:gd name="T61" fmla="*/ 58 h 65"/>
                  <a:gd name="T62" fmla="*/ 11 w 99"/>
                  <a:gd name="T63" fmla="*/ 58 h 65"/>
                  <a:gd name="T64" fmla="*/ 8 w 99"/>
                  <a:gd name="T65" fmla="*/ 4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9" h="65">
                    <a:moveTo>
                      <a:pt x="18" y="58"/>
                    </a:moveTo>
                    <a:cubicBezTo>
                      <a:pt x="30" y="58"/>
                      <a:pt x="42" y="60"/>
                      <a:pt x="53" y="65"/>
                    </a:cubicBezTo>
                    <a:cubicBezTo>
                      <a:pt x="64" y="60"/>
                      <a:pt x="75" y="57"/>
                      <a:pt x="87" y="57"/>
                    </a:cubicBezTo>
                    <a:cubicBezTo>
                      <a:pt x="87" y="23"/>
                      <a:pt x="87" y="23"/>
                      <a:pt x="87" y="2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58"/>
                      <a:pt x="18" y="58"/>
                      <a:pt x="18" y="58"/>
                    </a:cubicBezTo>
                    <a:close/>
                    <a:moveTo>
                      <a:pt x="99" y="8"/>
                    </a:moveTo>
                    <a:cubicBezTo>
                      <a:pt x="99" y="17"/>
                      <a:pt x="99" y="17"/>
                      <a:pt x="99" y="17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5"/>
                      <a:pt x="9" y="36"/>
                      <a:pt x="9" y="37"/>
                    </a:cubicBezTo>
                    <a:cubicBezTo>
                      <a:pt x="9" y="39"/>
                      <a:pt x="7" y="41"/>
                      <a:pt x="5" y="41"/>
                    </a:cubicBezTo>
                    <a:cubicBezTo>
                      <a:pt x="4" y="41"/>
                      <a:pt x="2" y="39"/>
                      <a:pt x="2" y="37"/>
                    </a:cubicBezTo>
                    <a:cubicBezTo>
                      <a:pt x="2" y="36"/>
                      <a:pt x="3" y="35"/>
                      <a:pt x="4" y="34"/>
                    </a:cubicBezTo>
                    <a:cubicBezTo>
                      <a:pt x="4" y="25"/>
                      <a:pt x="4" y="17"/>
                      <a:pt x="4" y="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99" y="8"/>
                      <a:pt x="99" y="8"/>
                      <a:pt x="99" y="8"/>
                    </a:cubicBezTo>
                    <a:close/>
                    <a:moveTo>
                      <a:pt x="8" y="42"/>
                    </a:moveTo>
                    <a:cubicBezTo>
                      <a:pt x="6" y="43"/>
                      <a:pt x="5" y="43"/>
                      <a:pt x="3" y="42"/>
                    </a:cubicBezTo>
                    <a:cubicBezTo>
                      <a:pt x="2" y="47"/>
                      <a:pt x="1" y="52"/>
                      <a:pt x="0" y="58"/>
                    </a:cubicBezTo>
                    <a:cubicBezTo>
                      <a:pt x="1" y="58"/>
                      <a:pt x="2" y="58"/>
                      <a:pt x="2" y="58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4" y="59"/>
                      <a:pt x="5" y="59"/>
                      <a:pt x="6" y="59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7" y="59"/>
                      <a:pt x="8" y="59"/>
                      <a:pt x="8" y="59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9" y="58"/>
                      <a:pt x="9" y="58"/>
                      <a:pt x="9" y="58"/>
                    </a:cubicBezTo>
                    <a:cubicBezTo>
                      <a:pt x="10" y="58"/>
                      <a:pt x="10" y="58"/>
                      <a:pt x="11" y="58"/>
                    </a:cubicBezTo>
                    <a:cubicBezTo>
                      <a:pt x="10" y="52"/>
                      <a:pt x="9" y="47"/>
                      <a:pt x="8" y="42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prstClr val="black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156" name="文本框 20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045183" y="1490926"/>
                <a:ext cx="4822393" cy="452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no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9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 dirty="0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Background &amp; Motivation </a:t>
                </a:r>
                <a:endParaRPr lang="zh-CN" altLang="en-US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矩形 17"/>
              <p:cNvSpPr/>
              <p:nvPr>
                <p:custDataLst>
                  <p:tags r:id="rId4"/>
                </p:custDataLst>
              </p:nvPr>
            </p:nvSpPr>
            <p:spPr>
              <a:xfrm>
                <a:off x="7180504" y="1397569"/>
                <a:ext cx="7143440" cy="713199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23" name="直接连接符 22"/>
              <p:cNvCxnSpPr/>
              <p:nvPr>
                <p:custDataLst>
                  <p:tags r:id="rId5"/>
                </p:custDataLst>
              </p:nvPr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ln w="25400"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9" name="组合 68"/>
              <p:cNvGrpSpPr/>
              <p:nvPr/>
            </p:nvGrpSpPr>
            <p:grpSpPr bwMode="auto"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68" name="矩形 6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161" name="文本框 18"/>
                <p:cNvSpPr txBox="1">
                  <a:spLocks noChangeArrowheads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01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4149" name="文本框 8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693" y="6229"/>
              <a:ext cx="8486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Optimized - MLCEQ+</a:t>
              </a:r>
              <a:endParaRPr lang="zh-CN" altLang="en-US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 bwMode="auto">
            <a:xfrm>
              <a:off x="1940" y="7414"/>
              <a:ext cx="12643" cy="1136"/>
              <a:chOff x="6535248" y="3457535"/>
              <a:chExt cx="8026003" cy="725387"/>
            </a:xfrm>
          </p:grpSpPr>
          <p:grpSp>
            <p:nvGrpSpPr>
              <p:cNvPr id="4139" name="组合 116"/>
              <p:cNvGrpSpPr/>
              <p:nvPr/>
            </p:nvGrpSpPr>
            <p:grpSpPr bwMode="auto">
              <a:xfrm>
                <a:off x="6535248" y="3457535"/>
                <a:ext cx="8026003" cy="725387"/>
                <a:chOff x="6298049" y="574102"/>
                <a:chExt cx="8026003" cy="725387"/>
              </a:xfrm>
            </p:grpSpPr>
            <p:sp>
              <p:nvSpPr>
                <p:cNvPr id="4141" name="文本框 126"/>
                <p:cNvSpPr txBox="1">
                  <a:spLocks noChangeArrowhead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8045703" y="730132"/>
                  <a:ext cx="1859504" cy="4629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9pPr>
                </a:lstStyle>
                <a:p>
                  <a:pPr algn="l" eaLnBrk="1" hangingPunct="1"/>
                  <a:r>
                    <a:rPr lang="zh-CN" altLang="en-US" sz="2400" dirty="0">
                      <a:solidFill>
                        <a:srgbClr val="044875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Results</a:t>
                  </a:r>
                  <a:endParaRPr lang="zh-CN" altLang="en-US" sz="2400" dirty="0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8" name="矩形 12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7180446" y="586019"/>
                  <a:ext cx="7143606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cxnSp>
              <p:nvCxnSpPr>
                <p:cNvPr id="129" name="直接连接符 128"/>
                <p:cNvCxnSpPr/>
                <p:nvPr>
                  <p:custDataLst>
                    <p:tags r:id="rId11"/>
                  </p:custDataLst>
                </p:nvPr>
              </p:nvCxnSpPr>
              <p:spPr>
                <a:xfrm flipH="1">
                  <a:off x="8045500" y="574102"/>
                  <a:ext cx="12697" cy="712882"/>
                </a:xfrm>
                <a:prstGeom prst="line">
                  <a:avLst/>
                </a:prstGeom>
                <a:ln w="25400">
                  <a:solidFill>
                    <a:srgbClr val="04487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44" name="组合 129"/>
                <p:cNvGrpSpPr/>
                <p:nvPr/>
              </p:nvGrpSpPr>
              <p:grpSpPr bwMode="auto">
                <a:xfrm>
                  <a:off x="6298049" y="586607"/>
                  <a:ext cx="919239" cy="712882"/>
                  <a:chOff x="6191369" y="586607"/>
                  <a:chExt cx="919239" cy="712882"/>
                </a:xfrm>
              </p:grpSpPr>
              <p:sp>
                <p:nvSpPr>
                  <p:cNvPr id="131" name="矩形 130"/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6294533" y="586607"/>
                    <a:ext cx="712631" cy="712882"/>
                  </a:xfrm>
                  <a:prstGeom prst="rect">
                    <a:avLst/>
                  </a:prstGeom>
                  <a:noFill/>
                  <a:ln w="25400">
                    <a:solidFill>
                      <a:srgbClr val="04487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4146" name="文本框 131"/>
                  <p:cNvSpPr txBox="1">
                    <a:spLocks noChangeArrowheads="1"/>
                  </p:cNvSpPr>
                  <p:nvPr>
                    <p:custDataLst>
                      <p:tags r:id="rId13"/>
                    </p:custDataLst>
                  </p:nvPr>
                </p:nvSpPr>
                <p:spPr bwMode="auto">
                  <a:xfrm>
                    <a:off x="6191369" y="632686"/>
                    <a:ext cx="919239" cy="6449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2pPr>
                    <a:lvl3pPr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5pPr>
                    <a:lvl6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6pPr>
                    <a:lvl7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7pPr>
                    <a:lvl8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8pPr>
                    <a:lvl9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3600" dirty="0">
                        <a:solidFill>
                          <a:srgbClr val="044875"/>
                        </a:solidFill>
                        <a:latin typeface="Impact" panose="020B0806030902050204" pitchFamily="34" charset="0"/>
                      </a:rPr>
                      <a:t>04</a:t>
                    </a:r>
                    <a:endParaRPr lang="zh-CN" altLang="en-US" sz="3600" dirty="0">
                      <a:solidFill>
                        <a:srgbClr val="044875"/>
                      </a:solidFill>
                      <a:latin typeface="Impact" panose="020B0806030902050204" pitchFamily="34" charset="0"/>
                    </a:endParaRPr>
                  </a:p>
                </p:txBody>
              </p:sp>
            </p:grpSp>
          </p:grpSp>
          <p:sp>
            <p:nvSpPr>
              <p:cNvPr id="143" name="Freeform 306"/>
              <p:cNvSpPr>
                <a:spLocks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7601812" y="3558357"/>
                <a:ext cx="539631" cy="536646"/>
              </a:xfrm>
              <a:custGeom>
                <a:avLst/>
                <a:gdLst>
                  <a:gd name="T0" fmla="*/ 60 w 99"/>
                  <a:gd name="T1" fmla="*/ 9 h 99"/>
                  <a:gd name="T2" fmla="*/ 81 w 99"/>
                  <a:gd name="T3" fmla="*/ 10 h 99"/>
                  <a:gd name="T4" fmla="*/ 79 w 99"/>
                  <a:gd name="T5" fmla="*/ 20 h 99"/>
                  <a:gd name="T6" fmla="*/ 96 w 99"/>
                  <a:gd name="T7" fmla="*/ 31 h 99"/>
                  <a:gd name="T8" fmla="*/ 90 w 99"/>
                  <a:gd name="T9" fmla="*/ 38 h 99"/>
                  <a:gd name="T10" fmla="*/ 99 w 99"/>
                  <a:gd name="T11" fmla="*/ 57 h 99"/>
                  <a:gd name="T12" fmla="*/ 90 w 99"/>
                  <a:gd name="T13" fmla="*/ 60 h 99"/>
                  <a:gd name="T14" fmla="*/ 89 w 99"/>
                  <a:gd name="T15" fmla="*/ 81 h 99"/>
                  <a:gd name="T16" fmla="*/ 80 w 99"/>
                  <a:gd name="T17" fmla="*/ 79 h 99"/>
                  <a:gd name="T18" fmla="*/ 68 w 99"/>
                  <a:gd name="T19" fmla="*/ 97 h 99"/>
                  <a:gd name="T20" fmla="*/ 61 w 99"/>
                  <a:gd name="T21" fmla="*/ 90 h 99"/>
                  <a:gd name="T22" fmla="*/ 42 w 99"/>
                  <a:gd name="T23" fmla="*/ 99 h 99"/>
                  <a:gd name="T24" fmla="*/ 39 w 99"/>
                  <a:gd name="T25" fmla="*/ 91 h 99"/>
                  <a:gd name="T26" fmla="*/ 18 w 99"/>
                  <a:gd name="T27" fmla="*/ 89 h 99"/>
                  <a:gd name="T28" fmla="*/ 20 w 99"/>
                  <a:gd name="T29" fmla="*/ 80 h 99"/>
                  <a:gd name="T30" fmla="*/ 3 w 99"/>
                  <a:gd name="T31" fmla="*/ 68 h 99"/>
                  <a:gd name="T32" fmla="*/ 9 w 99"/>
                  <a:gd name="T33" fmla="*/ 61 h 99"/>
                  <a:gd name="T34" fmla="*/ 0 w 99"/>
                  <a:gd name="T35" fmla="*/ 42 h 99"/>
                  <a:gd name="T36" fmla="*/ 9 w 99"/>
                  <a:gd name="T37" fmla="*/ 39 h 99"/>
                  <a:gd name="T38" fmla="*/ 10 w 99"/>
                  <a:gd name="T39" fmla="*/ 18 h 99"/>
                  <a:gd name="T40" fmla="*/ 19 w 99"/>
                  <a:gd name="T41" fmla="*/ 20 h 99"/>
                  <a:gd name="T42" fmla="*/ 31 w 99"/>
                  <a:gd name="T43" fmla="*/ 3 h 99"/>
                  <a:gd name="T44" fmla="*/ 38 w 99"/>
                  <a:gd name="T45" fmla="*/ 9 h 99"/>
                  <a:gd name="T46" fmla="*/ 57 w 99"/>
                  <a:gd name="T47" fmla="*/ 0 h 99"/>
                  <a:gd name="T48" fmla="*/ 36 w 99"/>
                  <a:gd name="T49" fmla="*/ 58 h 99"/>
                  <a:gd name="T50" fmla="*/ 45 w 99"/>
                  <a:gd name="T51" fmla="*/ 47 h 99"/>
                  <a:gd name="T52" fmla="*/ 58 w 99"/>
                  <a:gd name="T53" fmla="*/ 55 h 99"/>
                  <a:gd name="T54" fmla="*/ 64 w 99"/>
                  <a:gd name="T55" fmla="*/ 56 h 99"/>
                  <a:gd name="T56" fmla="*/ 54 w 99"/>
                  <a:gd name="T57" fmla="*/ 54 h 99"/>
                  <a:gd name="T58" fmla="*/ 58 w 99"/>
                  <a:gd name="T59" fmla="*/ 69 h 99"/>
                  <a:gd name="T60" fmla="*/ 71 w 99"/>
                  <a:gd name="T61" fmla="*/ 71 h 99"/>
                  <a:gd name="T62" fmla="*/ 71 w 99"/>
                  <a:gd name="T63" fmla="*/ 28 h 99"/>
                  <a:gd name="T64" fmla="*/ 28 w 99"/>
                  <a:gd name="T65" fmla="*/ 28 h 99"/>
                  <a:gd name="T66" fmla="*/ 28 w 99"/>
                  <a:gd name="T67" fmla="*/ 71 h 99"/>
                  <a:gd name="T68" fmla="*/ 55 w 99"/>
                  <a:gd name="T69" fmla="*/ 79 h 99"/>
                  <a:gd name="T70" fmla="*/ 48 w 99"/>
                  <a:gd name="T71" fmla="*/ 66 h 99"/>
                  <a:gd name="T72" fmla="*/ 35 w 99"/>
                  <a:gd name="T73" fmla="*/ 75 h 99"/>
                  <a:gd name="T74" fmla="*/ 42 w 99"/>
                  <a:gd name="T75" fmla="*/ 71 h 99"/>
                  <a:gd name="T76" fmla="*/ 45 w 99"/>
                  <a:gd name="T77" fmla="*/ 52 h 99"/>
                  <a:gd name="T78" fmla="*/ 38 w 99"/>
                  <a:gd name="T79" fmla="*/ 59 h 99"/>
                  <a:gd name="T80" fmla="*/ 51 w 99"/>
                  <a:gd name="T81" fmla="*/ 37 h 99"/>
                  <a:gd name="T82" fmla="*/ 51 w 99"/>
                  <a:gd name="T83" fmla="*/ 46 h 99"/>
                  <a:gd name="T84" fmla="*/ 51 w 99"/>
                  <a:gd name="T85" fmla="*/ 3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99">
                    <a:moveTo>
                      <a:pt x="59" y="8"/>
                    </a:moveTo>
                    <a:cubicBezTo>
                      <a:pt x="59" y="9"/>
                      <a:pt x="60" y="9"/>
                      <a:pt x="60" y="9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8" y="19"/>
                      <a:pt x="79" y="19"/>
                      <a:pt x="79" y="20"/>
                    </a:cubicBezTo>
                    <a:cubicBezTo>
                      <a:pt x="88" y="17"/>
                      <a:pt x="88" y="17"/>
                      <a:pt x="88" y="1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8"/>
                      <a:pt x="90" y="38"/>
                      <a:pt x="90" y="38"/>
                    </a:cubicBezTo>
                    <a:cubicBezTo>
                      <a:pt x="99" y="40"/>
                      <a:pt x="99" y="40"/>
                      <a:pt x="99" y="40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9"/>
                      <a:pt x="90" y="60"/>
                      <a:pt x="90" y="60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89" y="81"/>
                      <a:pt x="89" y="81"/>
                      <a:pt x="89" y="81"/>
                    </a:cubicBezTo>
                    <a:cubicBezTo>
                      <a:pt x="80" y="78"/>
                      <a:pt x="80" y="78"/>
                      <a:pt x="80" y="78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2" y="88"/>
                      <a:pt x="82" y="88"/>
                      <a:pt x="82" y="88"/>
                    </a:cubicBezTo>
                    <a:cubicBezTo>
                      <a:pt x="68" y="97"/>
                      <a:pt x="68" y="97"/>
                      <a:pt x="68" y="97"/>
                    </a:cubicBezTo>
                    <a:cubicBezTo>
                      <a:pt x="62" y="90"/>
                      <a:pt x="62" y="90"/>
                      <a:pt x="62" y="90"/>
                    </a:cubicBezTo>
                    <a:cubicBezTo>
                      <a:pt x="62" y="90"/>
                      <a:pt x="61" y="90"/>
                      <a:pt x="61" y="90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0" y="91"/>
                      <a:pt x="40" y="91"/>
                      <a:pt x="40" y="91"/>
                    </a:cubicBezTo>
                    <a:cubicBezTo>
                      <a:pt x="40" y="91"/>
                      <a:pt x="39" y="91"/>
                      <a:pt x="39" y="91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0"/>
                      <a:pt x="20" y="80"/>
                      <a:pt x="20" y="80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3" y="68"/>
                      <a:pt x="3" y="68"/>
                      <a:pt x="3" y="68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2"/>
                      <a:pt x="9" y="61"/>
                      <a:pt x="9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0"/>
                      <a:pt x="8" y="39"/>
                      <a:pt x="9" y="39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19" y="20"/>
                      <a:pt x="19" y="20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9"/>
                      <a:pt x="38" y="9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9" y="8"/>
                      <a:pt x="59" y="8"/>
                      <a:pt x="59" y="8"/>
                    </a:cubicBezTo>
                    <a:close/>
                    <a:moveTo>
                      <a:pt x="36" y="58"/>
                    </a:moveTo>
                    <a:cubicBezTo>
                      <a:pt x="37" y="52"/>
                      <a:pt x="37" y="52"/>
                      <a:pt x="37" y="52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6" y="47"/>
                      <a:pt x="56" y="47"/>
                      <a:pt x="56" y="47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8" y="79"/>
                      <a:pt x="58" y="79"/>
                      <a:pt x="58" y="79"/>
                    </a:cubicBezTo>
                    <a:cubicBezTo>
                      <a:pt x="63" y="77"/>
                      <a:pt x="67" y="74"/>
                      <a:pt x="71" y="71"/>
                    </a:cubicBezTo>
                    <a:cubicBezTo>
                      <a:pt x="76" y="66"/>
                      <a:pt x="80" y="58"/>
                      <a:pt x="80" y="50"/>
                    </a:cubicBezTo>
                    <a:cubicBezTo>
                      <a:pt x="80" y="41"/>
                      <a:pt x="76" y="34"/>
                      <a:pt x="71" y="28"/>
                    </a:cubicBezTo>
                    <a:cubicBezTo>
                      <a:pt x="65" y="23"/>
                      <a:pt x="58" y="19"/>
                      <a:pt x="49" y="19"/>
                    </a:cubicBezTo>
                    <a:cubicBezTo>
                      <a:pt x="41" y="19"/>
                      <a:pt x="34" y="23"/>
                      <a:pt x="28" y="28"/>
                    </a:cubicBezTo>
                    <a:cubicBezTo>
                      <a:pt x="23" y="34"/>
                      <a:pt x="19" y="41"/>
                      <a:pt x="19" y="50"/>
                    </a:cubicBezTo>
                    <a:cubicBezTo>
                      <a:pt x="19" y="58"/>
                      <a:pt x="23" y="66"/>
                      <a:pt x="28" y="71"/>
                    </a:cubicBezTo>
                    <a:cubicBezTo>
                      <a:pt x="34" y="76"/>
                      <a:pt x="41" y="80"/>
                      <a:pt x="49" y="80"/>
                    </a:cubicBezTo>
                    <a:cubicBezTo>
                      <a:pt x="52" y="80"/>
                      <a:pt x="54" y="80"/>
                      <a:pt x="55" y="79"/>
                    </a:cubicBezTo>
                    <a:cubicBezTo>
                      <a:pt x="53" y="70"/>
                      <a:pt x="53" y="70"/>
                      <a:pt x="53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7" y="69"/>
                      <a:pt x="45" y="73"/>
                      <a:pt x="4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5" y="52"/>
                      <a:pt x="45" y="52"/>
                      <a:pt x="45" y="52"/>
                    </a:cubicBezTo>
                    <a:cubicBezTo>
                      <a:pt x="41" y="54"/>
                      <a:pt x="41" y="54"/>
                      <a:pt x="41" y="54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6" y="58"/>
                      <a:pt x="36" y="58"/>
                      <a:pt x="36" y="58"/>
                    </a:cubicBezTo>
                    <a:close/>
                    <a:moveTo>
                      <a:pt x="51" y="37"/>
                    </a:moveTo>
                    <a:cubicBezTo>
                      <a:pt x="48" y="37"/>
                      <a:pt x="46" y="39"/>
                      <a:pt x="46" y="41"/>
                    </a:cubicBezTo>
                    <a:cubicBezTo>
                      <a:pt x="46" y="44"/>
                      <a:pt x="48" y="46"/>
                      <a:pt x="51" y="46"/>
                    </a:cubicBezTo>
                    <a:cubicBezTo>
                      <a:pt x="53" y="46"/>
                      <a:pt x="55" y="44"/>
                      <a:pt x="55" y="41"/>
                    </a:cubicBezTo>
                    <a:cubicBezTo>
                      <a:pt x="55" y="39"/>
                      <a:pt x="53" y="37"/>
                      <a:pt x="51" y="37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prstClr val="black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 bwMode="auto">
            <a:xfrm>
              <a:off x="1941" y="4402"/>
              <a:ext cx="12641" cy="1152"/>
              <a:chOff x="309691" y="3090335"/>
              <a:chExt cx="8025260" cy="731321"/>
            </a:xfrm>
          </p:grpSpPr>
          <p:grpSp>
            <p:nvGrpSpPr>
              <p:cNvPr id="4131" name="组合 71"/>
              <p:cNvGrpSpPr/>
              <p:nvPr/>
            </p:nvGrpSpPr>
            <p:grpSpPr bwMode="auto">
              <a:xfrm>
                <a:off x="309691" y="3090335"/>
                <a:ext cx="8025260" cy="731321"/>
                <a:chOff x="6298049" y="1489633"/>
                <a:chExt cx="8025260" cy="731321"/>
              </a:xfrm>
            </p:grpSpPr>
            <p:sp>
              <p:nvSpPr>
                <p:cNvPr id="4133" name="文本框 73"/>
                <p:cNvSpPr txBox="1">
                  <a:spLocks noChangeArrowheads="1"/>
                </p:cNvSpPr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8045183" y="1609042"/>
                  <a:ext cx="6277492" cy="460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9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400" dirty="0">
                      <a:solidFill>
                        <a:srgbClr val="044875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Baseline - MLCEQ</a:t>
                  </a:r>
                  <a:endParaRPr lang="zh-CN" altLang="en-US" sz="2400" dirty="0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5" name="矩形 74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7180504" y="1489633"/>
                  <a:ext cx="7142805" cy="713199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cxnSp>
              <p:nvCxnSpPr>
                <p:cNvPr id="76" name="直接连接符 75"/>
                <p:cNvCxnSpPr/>
                <p:nvPr>
                  <p:custDataLst>
                    <p:tags r:id="rId17"/>
                  </p:custDataLst>
                </p:nvPr>
              </p:nvCxnSpPr>
              <p:spPr>
                <a:xfrm flipH="1">
                  <a:off x="8045500" y="1508072"/>
                  <a:ext cx="12697" cy="712882"/>
                </a:xfrm>
                <a:prstGeom prst="line">
                  <a:avLst/>
                </a:prstGeom>
                <a:ln w="25400">
                  <a:solidFill>
                    <a:srgbClr val="04487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36" name="组合 76"/>
                <p:cNvGrpSpPr/>
                <p:nvPr/>
              </p:nvGrpSpPr>
              <p:grpSpPr bwMode="auto">
                <a:xfrm>
                  <a:off x="6298049" y="1489816"/>
                  <a:ext cx="919239" cy="712882"/>
                  <a:chOff x="6191369" y="1489816"/>
                  <a:chExt cx="919239" cy="712882"/>
                </a:xfrm>
              </p:grpSpPr>
              <p:sp>
                <p:nvSpPr>
                  <p:cNvPr id="78" name="矩形 77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6294533" y="1489816"/>
                    <a:ext cx="712631" cy="712882"/>
                  </a:xfrm>
                  <a:prstGeom prst="rect">
                    <a:avLst/>
                  </a:prstGeom>
                  <a:noFill/>
                  <a:ln w="25400">
                    <a:solidFill>
                      <a:srgbClr val="04487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4138" name="文本框 78"/>
                  <p:cNvSpPr txBox="1">
                    <a:spLocks noChangeArrowheads="1"/>
                  </p:cNvSpPr>
                  <p:nvPr>
                    <p:custDataLst>
                      <p:tags r:id="rId19"/>
                    </p:custDataLst>
                  </p:nvPr>
                </p:nvSpPr>
                <p:spPr bwMode="auto">
                  <a:xfrm>
                    <a:off x="6191369" y="1545174"/>
                    <a:ext cx="919239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2pPr>
                    <a:lvl3pPr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5pPr>
                    <a:lvl6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6pPr>
                    <a:lvl7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7pPr>
                    <a:lvl8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8pPr>
                    <a:lvl9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3600" dirty="0">
                        <a:solidFill>
                          <a:srgbClr val="044875"/>
                        </a:solidFill>
                        <a:latin typeface="Impact" panose="020B0806030902050204" pitchFamily="34" charset="0"/>
                      </a:rPr>
                      <a:t>02</a:t>
                    </a:r>
                    <a:endParaRPr lang="zh-CN" altLang="en-US" sz="3600" dirty="0">
                      <a:solidFill>
                        <a:srgbClr val="044875"/>
                      </a:solidFill>
                      <a:latin typeface="Impact" panose="020B0806030902050204" pitchFamily="34" charset="0"/>
                    </a:endParaRPr>
                  </a:p>
                </p:txBody>
              </p:sp>
            </p:grpSp>
          </p:grpSp>
          <p:sp>
            <p:nvSpPr>
              <p:cNvPr id="140" name="Freeform 30"/>
              <p:cNvSpPr>
                <a:spLocks noEditPoint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401649" y="3184028"/>
                <a:ext cx="401548" cy="528708"/>
              </a:xfrm>
              <a:custGeom>
                <a:avLst/>
                <a:gdLst>
                  <a:gd name="T0" fmla="*/ 60 w 74"/>
                  <a:gd name="T1" fmla="*/ 0 h 97"/>
                  <a:gd name="T2" fmla="*/ 72 w 74"/>
                  <a:gd name="T3" fmla="*/ 11 h 97"/>
                  <a:gd name="T4" fmla="*/ 70 w 74"/>
                  <a:gd name="T5" fmla="*/ 52 h 97"/>
                  <a:gd name="T6" fmla="*/ 63 w 74"/>
                  <a:gd name="T7" fmla="*/ 11 h 97"/>
                  <a:gd name="T8" fmla="*/ 60 w 74"/>
                  <a:gd name="T9" fmla="*/ 8 h 97"/>
                  <a:gd name="T10" fmla="*/ 26 w 74"/>
                  <a:gd name="T11" fmla="*/ 11 h 97"/>
                  <a:gd name="T12" fmla="*/ 26 w 74"/>
                  <a:gd name="T13" fmla="*/ 18 h 97"/>
                  <a:gd name="T14" fmla="*/ 19 w 74"/>
                  <a:gd name="T15" fmla="*/ 24 h 97"/>
                  <a:gd name="T16" fmla="*/ 12 w 74"/>
                  <a:gd name="T17" fmla="*/ 24 h 97"/>
                  <a:gd name="T18" fmla="*/ 8 w 74"/>
                  <a:gd name="T19" fmla="*/ 79 h 97"/>
                  <a:gd name="T20" fmla="*/ 9 w 74"/>
                  <a:gd name="T21" fmla="*/ 81 h 97"/>
                  <a:gd name="T22" fmla="*/ 28 w 74"/>
                  <a:gd name="T23" fmla="*/ 82 h 97"/>
                  <a:gd name="T24" fmla="*/ 37 w 74"/>
                  <a:gd name="T25" fmla="*/ 90 h 97"/>
                  <a:gd name="T26" fmla="*/ 3 w 74"/>
                  <a:gd name="T27" fmla="*/ 87 h 97"/>
                  <a:gd name="T28" fmla="*/ 3 w 74"/>
                  <a:gd name="T29" fmla="*/ 87 h 97"/>
                  <a:gd name="T30" fmla="*/ 0 w 74"/>
                  <a:gd name="T31" fmla="*/ 20 h 97"/>
                  <a:gd name="T32" fmla="*/ 1 w 74"/>
                  <a:gd name="T33" fmla="*/ 17 h 97"/>
                  <a:gd name="T34" fmla="*/ 19 w 74"/>
                  <a:gd name="T35" fmla="*/ 0 h 97"/>
                  <a:gd name="T36" fmla="*/ 17 w 74"/>
                  <a:gd name="T37" fmla="*/ 52 h 97"/>
                  <a:gd name="T38" fmla="*/ 27 w 74"/>
                  <a:gd name="T39" fmla="*/ 56 h 97"/>
                  <a:gd name="T40" fmla="*/ 17 w 74"/>
                  <a:gd name="T41" fmla="*/ 52 h 97"/>
                  <a:gd name="T42" fmla="*/ 17 w 74"/>
                  <a:gd name="T43" fmla="*/ 44 h 97"/>
                  <a:gd name="T44" fmla="*/ 56 w 74"/>
                  <a:gd name="T45" fmla="*/ 40 h 97"/>
                  <a:gd name="T46" fmla="*/ 17 w 74"/>
                  <a:gd name="T47" fmla="*/ 28 h 97"/>
                  <a:gd name="T48" fmla="*/ 56 w 74"/>
                  <a:gd name="T49" fmla="*/ 33 h 97"/>
                  <a:gd name="T50" fmla="*/ 17 w 74"/>
                  <a:gd name="T51" fmla="*/ 28 h 97"/>
                  <a:gd name="T52" fmla="*/ 34 w 74"/>
                  <a:gd name="T53" fmla="*/ 22 h 97"/>
                  <a:gd name="T54" fmla="*/ 56 w 74"/>
                  <a:gd name="T55" fmla="*/ 17 h 97"/>
                  <a:gd name="T56" fmla="*/ 41 w 74"/>
                  <a:gd name="T57" fmla="*/ 69 h 97"/>
                  <a:gd name="T58" fmla="*/ 41 w 74"/>
                  <a:gd name="T59" fmla="*/ 69 h 97"/>
                  <a:gd name="T60" fmla="*/ 31 w 74"/>
                  <a:gd name="T61" fmla="*/ 66 h 97"/>
                  <a:gd name="T62" fmla="*/ 47 w 74"/>
                  <a:gd name="T63" fmla="*/ 86 h 97"/>
                  <a:gd name="T64" fmla="*/ 59 w 74"/>
                  <a:gd name="T65" fmla="*/ 87 h 97"/>
                  <a:gd name="T66" fmla="*/ 71 w 74"/>
                  <a:gd name="T67" fmla="*/ 96 h 97"/>
                  <a:gd name="T68" fmla="*/ 72 w 74"/>
                  <a:gd name="T69" fmla="*/ 90 h 97"/>
                  <a:gd name="T70" fmla="*/ 63 w 74"/>
                  <a:gd name="T71" fmla="*/ 80 h 97"/>
                  <a:gd name="T72" fmla="*/ 64 w 74"/>
                  <a:gd name="T73" fmla="*/ 57 h 97"/>
                  <a:gd name="T74" fmla="*/ 38 w 74"/>
                  <a:gd name="T75" fmla="*/ 54 h 97"/>
                  <a:gd name="T76" fmla="*/ 42 w 74"/>
                  <a:gd name="T77" fmla="*/ 58 h 97"/>
                  <a:gd name="T78" fmla="*/ 40 w 74"/>
                  <a:gd name="T79" fmla="*/ 76 h 97"/>
                  <a:gd name="T80" fmla="*/ 57 w 74"/>
                  <a:gd name="T81" fmla="*/ 78 h 97"/>
                  <a:gd name="T82" fmla="*/ 59 w 74"/>
                  <a:gd name="T83" fmla="*/ 61 h 97"/>
                  <a:gd name="T84" fmla="*/ 21 w 74"/>
                  <a:gd name="T85" fmla="*/ 9 h 97"/>
                  <a:gd name="T86" fmla="*/ 13 w 74"/>
                  <a:gd name="T87" fmla="*/ 19 h 97"/>
                  <a:gd name="T88" fmla="*/ 17 w 74"/>
                  <a:gd name="T89" fmla="*/ 20 h 97"/>
                  <a:gd name="T90" fmla="*/ 18 w 74"/>
                  <a:gd name="T91" fmla="*/ 20 h 97"/>
                  <a:gd name="T92" fmla="*/ 22 w 74"/>
                  <a:gd name="T93" fmla="*/ 17 h 97"/>
                  <a:gd name="T94" fmla="*/ 22 w 74"/>
                  <a:gd name="T95" fmla="*/ 15 h 97"/>
                  <a:gd name="T96" fmla="*/ 21 w 74"/>
                  <a:gd name="T97" fmla="*/ 1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97">
                    <a:moveTo>
                      <a:pt x="21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6" y="1"/>
                      <a:pt x="68" y="3"/>
                    </a:cubicBezTo>
                    <a:cubicBezTo>
                      <a:pt x="70" y="5"/>
                      <a:pt x="72" y="8"/>
                      <a:pt x="72" y="11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1" y="55"/>
                      <a:pt x="70" y="53"/>
                      <a:pt x="70" y="52"/>
                    </a:cubicBezTo>
                    <a:cubicBezTo>
                      <a:pt x="68" y="50"/>
                      <a:pt x="66" y="48"/>
                      <a:pt x="63" y="47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3" y="10"/>
                      <a:pt x="63" y="9"/>
                      <a:pt x="62" y="9"/>
                    </a:cubicBezTo>
                    <a:cubicBezTo>
                      <a:pt x="62" y="8"/>
                      <a:pt x="61" y="8"/>
                      <a:pt x="60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6"/>
                      <a:pt x="26" y="17"/>
                      <a:pt x="26" y="18"/>
                    </a:cubicBezTo>
                    <a:cubicBezTo>
                      <a:pt x="26" y="19"/>
                      <a:pt x="25" y="21"/>
                      <a:pt x="23" y="22"/>
                    </a:cubicBezTo>
                    <a:cubicBezTo>
                      <a:pt x="22" y="23"/>
                      <a:pt x="21" y="24"/>
                      <a:pt x="19" y="24"/>
                    </a:cubicBezTo>
                    <a:cubicBezTo>
                      <a:pt x="18" y="24"/>
                      <a:pt x="17" y="24"/>
                      <a:pt x="16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80"/>
                      <a:pt x="9" y="80"/>
                      <a:pt x="9" y="81"/>
                    </a:cubicBezTo>
                    <a:cubicBezTo>
                      <a:pt x="9" y="81"/>
                      <a:pt x="9" y="81"/>
                      <a:pt x="9" y="81"/>
                    </a:cubicBezTo>
                    <a:cubicBezTo>
                      <a:pt x="10" y="81"/>
                      <a:pt x="10" y="82"/>
                      <a:pt x="11" y="82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28" y="82"/>
                      <a:pt x="29" y="83"/>
                      <a:pt x="29" y="84"/>
                    </a:cubicBezTo>
                    <a:cubicBezTo>
                      <a:pt x="31" y="86"/>
                      <a:pt x="34" y="88"/>
                      <a:pt x="37" y="90"/>
                    </a:cubicBezTo>
                    <a:cubicBezTo>
                      <a:pt x="11" y="90"/>
                      <a:pt x="11" y="90"/>
                      <a:pt x="11" y="90"/>
                    </a:cubicBezTo>
                    <a:cubicBezTo>
                      <a:pt x="8" y="90"/>
                      <a:pt x="5" y="89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1" y="85"/>
                      <a:pt x="0" y="82"/>
                      <a:pt x="0" y="7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1" y="0"/>
                      <a:pt x="21" y="0"/>
                    </a:cubicBezTo>
                    <a:close/>
                    <a:moveTo>
                      <a:pt x="17" y="52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17" y="52"/>
                      <a:pt x="17" y="52"/>
                      <a:pt x="17" y="52"/>
                    </a:cubicBezTo>
                    <a:close/>
                    <a:moveTo>
                      <a:pt x="17" y="40"/>
                    </a:moveTo>
                    <a:cubicBezTo>
                      <a:pt x="17" y="44"/>
                      <a:pt x="17" y="44"/>
                      <a:pt x="17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17" y="40"/>
                      <a:pt x="17" y="40"/>
                      <a:pt x="17" y="40"/>
                    </a:cubicBezTo>
                    <a:close/>
                    <a:moveTo>
                      <a:pt x="17" y="28"/>
                    </a:moveTo>
                    <a:cubicBezTo>
                      <a:pt x="17" y="33"/>
                      <a:pt x="17" y="33"/>
                      <a:pt x="17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17" y="28"/>
                      <a:pt x="17" y="28"/>
                      <a:pt x="17" y="28"/>
                    </a:cubicBezTo>
                    <a:close/>
                    <a:moveTo>
                      <a:pt x="34" y="17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34" y="17"/>
                      <a:pt x="34" y="17"/>
                      <a:pt x="34" y="17"/>
                    </a:cubicBezTo>
                    <a:close/>
                    <a:moveTo>
                      <a:pt x="41" y="69"/>
                    </a:moveTo>
                    <a:cubicBezTo>
                      <a:pt x="43" y="64"/>
                      <a:pt x="48" y="61"/>
                      <a:pt x="55" y="60"/>
                    </a:cubicBezTo>
                    <a:cubicBezTo>
                      <a:pt x="48" y="56"/>
                      <a:pt x="39" y="62"/>
                      <a:pt x="41" y="69"/>
                    </a:cubicBezTo>
                    <a:close/>
                    <a:moveTo>
                      <a:pt x="38" y="54"/>
                    </a:moveTo>
                    <a:cubicBezTo>
                      <a:pt x="34" y="57"/>
                      <a:pt x="32" y="61"/>
                      <a:pt x="31" y="66"/>
                    </a:cubicBezTo>
                    <a:cubicBezTo>
                      <a:pt x="31" y="70"/>
                      <a:pt x="32" y="75"/>
                      <a:pt x="35" y="79"/>
                    </a:cubicBezTo>
                    <a:cubicBezTo>
                      <a:pt x="38" y="83"/>
                      <a:pt x="43" y="86"/>
                      <a:pt x="47" y="86"/>
                    </a:cubicBezTo>
                    <a:cubicBezTo>
                      <a:pt x="51" y="87"/>
                      <a:pt x="55" y="86"/>
                      <a:pt x="58" y="84"/>
                    </a:cubicBezTo>
                    <a:cubicBezTo>
                      <a:pt x="58" y="85"/>
                      <a:pt x="58" y="86"/>
                      <a:pt x="59" y="87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7" y="97"/>
                      <a:pt x="69" y="97"/>
                      <a:pt x="71" y="96"/>
                    </a:cubicBezTo>
                    <a:cubicBezTo>
                      <a:pt x="71" y="96"/>
                      <a:pt x="71" y="96"/>
                      <a:pt x="71" y="96"/>
                    </a:cubicBezTo>
                    <a:cubicBezTo>
                      <a:pt x="73" y="94"/>
                      <a:pt x="74" y="91"/>
                      <a:pt x="72" y="90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5" y="81"/>
                      <a:pt x="64" y="80"/>
                      <a:pt x="63" y="80"/>
                    </a:cubicBezTo>
                    <a:cubicBezTo>
                      <a:pt x="66" y="77"/>
                      <a:pt x="67" y="74"/>
                      <a:pt x="68" y="70"/>
                    </a:cubicBezTo>
                    <a:cubicBezTo>
                      <a:pt x="68" y="66"/>
                      <a:pt x="67" y="61"/>
                      <a:pt x="64" y="57"/>
                    </a:cubicBezTo>
                    <a:cubicBezTo>
                      <a:pt x="61" y="53"/>
                      <a:pt x="56" y="50"/>
                      <a:pt x="52" y="50"/>
                    </a:cubicBezTo>
                    <a:cubicBezTo>
                      <a:pt x="47" y="49"/>
                      <a:pt x="42" y="50"/>
                      <a:pt x="38" y="54"/>
                    </a:cubicBezTo>
                    <a:close/>
                    <a:moveTo>
                      <a:pt x="51" y="56"/>
                    </a:moveTo>
                    <a:cubicBezTo>
                      <a:pt x="48" y="56"/>
                      <a:pt x="45" y="56"/>
                      <a:pt x="42" y="58"/>
                    </a:cubicBezTo>
                    <a:cubicBezTo>
                      <a:pt x="39" y="61"/>
                      <a:pt x="38" y="63"/>
                      <a:pt x="37" y="67"/>
                    </a:cubicBezTo>
                    <a:cubicBezTo>
                      <a:pt x="37" y="70"/>
                      <a:pt x="38" y="73"/>
                      <a:pt x="40" y="76"/>
                    </a:cubicBezTo>
                    <a:cubicBezTo>
                      <a:pt x="42" y="78"/>
                      <a:pt x="45" y="80"/>
                      <a:pt x="48" y="80"/>
                    </a:cubicBezTo>
                    <a:cubicBezTo>
                      <a:pt x="51" y="80"/>
                      <a:pt x="54" y="80"/>
                      <a:pt x="57" y="78"/>
                    </a:cubicBezTo>
                    <a:cubicBezTo>
                      <a:pt x="60" y="76"/>
                      <a:pt x="61" y="73"/>
                      <a:pt x="61" y="69"/>
                    </a:cubicBezTo>
                    <a:cubicBezTo>
                      <a:pt x="62" y="66"/>
                      <a:pt x="61" y="63"/>
                      <a:pt x="59" y="61"/>
                    </a:cubicBezTo>
                    <a:cubicBezTo>
                      <a:pt x="57" y="58"/>
                      <a:pt x="54" y="56"/>
                      <a:pt x="51" y="56"/>
                    </a:cubicBezTo>
                    <a:close/>
                    <a:moveTo>
                      <a:pt x="21" y="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9" y="20"/>
                      <a:pt x="20" y="19"/>
                      <a:pt x="21" y="19"/>
                    </a:cubicBezTo>
                    <a:cubicBezTo>
                      <a:pt x="21" y="18"/>
                      <a:pt x="22" y="17"/>
                      <a:pt x="22" y="17"/>
                    </a:cubicBezTo>
                    <a:cubicBezTo>
                      <a:pt x="22" y="16"/>
                      <a:pt x="22" y="16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1" y="11"/>
                      <a:pt x="21" y="11"/>
                      <a:pt x="21" y="11"/>
                    </a:cubicBezTo>
                    <a:lnTo>
                      <a:pt x="21" y="9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prstClr val="black"/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 bwMode="auto">
            <a:xfrm>
              <a:off x="1940" y="5995"/>
              <a:ext cx="12641" cy="1128"/>
              <a:chOff x="6535248" y="2603406"/>
              <a:chExt cx="8025260" cy="726628"/>
            </a:xfrm>
          </p:grpSpPr>
          <p:grpSp>
            <p:nvGrpSpPr>
              <p:cNvPr id="4123" name="组合 115"/>
              <p:cNvGrpSpPr/>
              <p:nvPr/>
            </p:nvGrpSpPr>
            <p:grpSpPr bwMode="auto">
              <a:xfrm>
                <a:off x="6535248" y="2603406"/>
                <a:ext cx="8025260" cy="726628"/>
                <a:chOff x="6298049" y="660347"/>
                <a:chExt cx="8025260" cy="726628"/>
              </a:xfrm>
            </p:grpSpPr>
            <p:sp>
              <p:nvSpPr>
                <p:cNvPr id="135" name="矩形 134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7180504" y="660347"/>
                  <a:ext cx="7142805" cy="713199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cxnSp>
              <p:nvCxnSpPr>
                <p:cNvPr id="136" name="直接连接符 135"/>
                <p:cNvCxnSpPr/>
                <p:nvPr>
                  <p:custDataLst>
                    <p:tags r:id="rId22"/>
                  </p:custDataLst>
                </p:nvPr>
              </p:nvCxnSpPr>
              <p:spPr>
                <a:xfrm flipH="1">
                  <a:off x="8045500" y="674093"/>
                  <a:ext cx="12697" cy="712882"/>
                </a:xfrm>
                <a:prstGeom prst="line">
                  <a:avLst/>
                </a:prstGeom>
                <a:ln w="25400">
                  <a:solidFill>
                    <a:srgbClr val="04487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28" name="组合 136"/>
                <p:cNvGrpSpPr/>
                <p:nvPr/>
              </p:nvGrpSpPr>
              <p:grpSpPr bwMode="auto">
                <a:xfrm>
                  <a:off x="6298049" y="663021"/>
                  <a:ext cx="919239" cy="712882"/>
                  <a:chOff x="6191369" y="663021"/>
                  <a:chExt cx="919239" cy="712882"/>
                </a:xfrm>
              </p:grpSpPr>
              <p:sp>
                <p:nvSpPr>
                  <p:cNvPr id="138" name="矩形 137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6294533" y="663021"/>
                    <a:ext cx="712631" cy="712882"/>
                  </a:xfrm>
                  <a:prstGeom prst="rect">
                    <a:avLst/>
                  </a:prstGeom>
                  <a:noFill/>
                  <a:ln w="25400">
                    <a:solidFill>
                      <a:srgbClr val="04487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4130" name="文本框 138"/>
                  <p:cNvSpPr txBox="1">
                    <a:spLocks noChangeArrowheads="1"/>
                  </p:cNvSpPr>
                  <p:nvPr>
                    <p:custDataLst>
                      <p:tags r:id="rId24"/>
                    </p:custDataLst>
                  </p:nvPr>
                </p:nvSpPr>
                <p:spPr bwMode="auto">
                  <a:xfrm>
                    <a:off x="6191369" y="719688"/>
                    <a:ext cx="919239" cy="6463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2pPr>
                    <a:lvl3pPr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3pPr>
                    <a:lvl4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4pPr>
                    <a:lvl5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5pPr>
                    <a:lvl6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6pPr>
                    <a:lvl7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7pPr>
                    <a:lvl8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8pPr>
                    <a:lvl9pPr eaLnBrk="0" fontAlgn="base" hangingPunct="0">
                      <a:spcAft>
                        <a:spcPct val="0"/>
                      </a:spcAft>
                      <a:buFont typeface="Arial" panose="020B0604020202090204" pitchFamily="34" charset="0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3600" dirty="0">
                        <a:solidFill>
                          <a:srgbClr val="044875"/>
                        </a:solidFill>
                        <a:latin typeface="Impact" panose="020B0806030902050204" pitchFamily="34" charset="0"/>
                      </a:rPr>
                      <a:t>03</a:t>
                    </a:r>
                    <a:endParaRPr lang="zh-CN" altLang="en-US" sz="3600" dirty="0">
                      <a:solidFill>
                        <a:srgbClr val="044875"/>
                      </a:solidFill>
                      <a:latin typeface="Impact" panose="020B0806030902050204" pitchFamily="34" charset="0"/>
                    </a:endParaRPr>
                  </a:p>
                </p:txBody>
              </p:sp>
            </p:grpSp>
          </p:grpSp>
          <p:sp>
            <p:nvSpPr>
              <p:cNvPr id="142" name="Freeform 59"/>
              <p:cNvSpPr>
                <a:spLocks noEditPoint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7538326" y="2755034"/>
                <a:ext cx="606291" cy="457260"/>
              </a:xfrm>
              <a:custGeom>
                <a:avLst/>
                <a:gdLst>
                  <a:gd name="T0" fmla="*/ 17 w 111"/>
                  <a:gd name="T1" fmla="*/ 2 h 84"/>
                  <a:gd name="T2" fmla="*/ 29 w 111"/>
                  <a:gd name="T3" fmla="*/ 4 h 84"/>
                  <a:gd name="T4" fmla="*/ 20 w 111"/>
                  <a:gd name="T5" fmla="*/ 51 h 84"/>
                  <a:gd name="T6" fmla="*/ 5 w 111"/>
                  <a:gd name="T7" fmla="*/ 48 h 84"/>
                  <a:gd name="T8" fmla="*/ 17 w 111"/>
                  <a:gd name="T9" fmla="*/ 2 h 84"/>
                  <a:gd name="T10" fmla="*/ 20 w 111"/>
                  <a:gd name="T11" fmla="*/ 68 h 84"/>
                  <a:gd name="T12" fmla="*/ 17 w 111"/>
                  <a:gd name="T13" fmla="*/ 76 h 84"/>
                  <a:gd name="T14" fmla="*/ 107 w 111"/>
                  <a:gd name="T15" fmla="*/ 76 h 84"/>
                  <a:gd name="T16" fmla="*/ 111 w 111"/>
                  <a:gd name="T17" fmla="*/ 76 h 84"/>
                  <a:gd name="T18" fmla="*/ 111 w 111"/>
                  <a:gd name="T19" fmla="*/ 72 h 84"/>
                  <a:gd name="T20" fmla="*/ 111 w 111"/>
                  <a:gd name="T21" fmla="*/ 27 h 84"/>
                  <a:gd name="T22" fmla="*/ 111 w 111"/>
                  <a:gd name="T23" fmla="*/ 26 h 84"/>
                  <a:gd name="T24" fmla="*/ 110 w 111"/>
                  <a:gd name="T25" fmla="*/ 24 h 84"/>
                  <a:gd name="T26" fmla="*/ 96 w 111"/>
                  <a:gd name="T27" fmla="*/ 11 h 84"/>
                  <a:gd name="T28" fmla="*/ 95 w 111"/>
                  <a:gd name="T29" fmla="*/ 10 h 84"/>
                  <a:gd name="T30" fmla="*/ 93 w 111"/>
                  <a:gd name="T31" fmla="*/ 10 h 84"/>
                  <a:gd name="T32" fmla="*/ 33 w 111"/>
                  <a:gd name="T33" fmla="*/ 10 h 84"/>
                  <a:gd name="T34" fmla="*/ 33 w 111"/>
                  <a:gd name="T35" fmla="*/ 17 h 84"/>
                  <a:gd name="T36" fmla="*/ 89 w 111"/>
                  <a:gd name="T37" fmla="*/ 17 h 84"/>
                  <a:gd name="T38" fmla="*/ 88 w 111"/>
                  <a:gd name="T39" fmla="*/ 29 h 84"/>
                  <a:gd name="T40" fmla="*/ 88 w 111"/>
                  <a:gd name="T41" fmla="*/ 31 h 84"/>
                  <a:gd name="T42" fmla="*/ 90 w 111"/>
                  <a:gd name="T43" fmla="*/ 31 h 84"/>
                  <a:gd name="T44" fmla="*/ 104 w 111"/>
                  <a:gd name="T45" fmla="*/ 31 h 84"/>
                  <a:gd name="T46" fmla="*/ 104 w 111"/>
                  <a:gd name="T47" fmla="*/ 68 h 84"/>
                  <a:gd name="T48" fmla="*/ 20 w 111"/>
                  <a:gd name="T49" fmla="*/ 68 h 84"/>
                  <a:gd name="T50" fmla="*/ 102 w 111"/>
                  <a:gd name="T51" fmla="*/ 27 h 84"/>
                  <a:gd name="T52" fmla="*/ 92 w 111"/>
                  <a:gd name="T53" fmla="*/ 27 h 84"/>
                  <a:gd name="T54" fmla="*/ 93 w 111"/>
                  <a:gd name="T55" fmla="*/ 19 h 84"/>
                  <a:gd name="T56" fmla="*/ 102 w 111"/>
                  <a:gd name="T57" fmla="*/ 27 h 84"/>
                  <a:gd name="T58" fmla="*/ 34 w 111"/>
                  <a:gd name="T59" fmla="*/ 45 h 84"/>
                  <a:gd name="T60" fmla="*/ 79 w 111"/>
                  <a:gd name="T61" fmla="*/ 45 h 84"/>
                  <a:gd name="T62" fmla="*/ 79 w 111"/>
                  <a:gd name="T63" fmla="*/ 48 h 84"/>
                  <a:gd name="T64" fmla="*/ 34 w 111"/>
                  <a:gd name="T65" fmla="*/ 48 h 84"/>
                  <a:gd name="T66" fmla="*/ 34 w 111"/>
                  <a:gd name="T67" fmla="*/ 45 h 84"/>
                  <a:gd name="T68" fmla="*/ 34 w 111"/>
                  <a:gd name="T69" fmla="*/ 34 h 84"/>
                  <a:gd name="T70" fmla="*/ 75 w 111"/>
                  <a:gd name="T71" fmla="*/ 34 h 84"/>
                  <a:gd name="T72" fmla="*/ 75 w 111"/>
                  <a:gd name="T73" fmla="*/ 37 h 84"/>
                  <a:gd name="T74" fmla="*/ 34 w 111"/>
                  <a:gd name="T75" fmla="*/ 37 h 84"/>
                  <a:gd name="T76" fmla="*/ 34 w 111"/>
                  <a:gd name="T77" fmla="*/ 34 h 84"/>
                  <a:gd name="T78" fmla="*/ 34 w 111"/>
                  <a:gd name="T79" fmla="*/ 23 h 84"/>
                  <a:gd name="T80" fmla="*/ 75 w 111"/>
                  <a:gd name="T81" fmla="*/ 23 h 84"/>
                  <a:gd name="T82" fmla="*/ 75 w 111"/>
                  <a:gd name="T83" fmla="*/ 26 h 84"/>
                  <a:gd name="T84" fmla="*/ 34 w 111"/>
                  <a:gd name="T85" fmla="*/ 26 h 84"/>
                  <a:gd name="T86" fmla="*/ 34 w 111"/>
                  <a:gd name="T87" fmla="*/ 23 h 84"/>
                  <a:gd name="T88" fmla="*/ 4 w 111"/>
                  <a:gd name="T89" fmla="*/ 70 h 84"/>
                  <a:gd name="T90" fmla="*/ 10 w 111"/>
                  <a:gd name="T91" fmla="*/ 72 h 84"/>
                  <a:gd name="T92" fmla="*/ 10 w 111"/>
                  <a:gd name="T93" fmla="*/ 79 h 84"/>
                  <a:gd name="T94" fmla="*/ 5 w 111"/>
                  <a:gd name="T95" fmla="*/ 84 h 84"/>
                  <a:gd name="T96" fmla="*/ 2 w 111"/>
                  <a:gd name="T97" fmla="*/ 83 h 84"/>
                  <a:gd name="T98" fmla="*/ 0 w 111"/>
                  <a:gd name="T99" fmla="*/ 76 h 84"/>
                  <a:gd name="T100" fmla="*/ 4 w 111"/>
                  <a:gd name="T101" fmla="*/ 70 h 84"/>
                  <a:gd name="T102" fmla="*/ 4 w 111"/>
                  <a:gd name="T103" fmla="*/ 51 h 84"/>
                  <a:gd name="T104" fmla="*/ 2 w 111"/>
                  <a:gd name="T105" fmla="*/ 68 h 84"/>
                  <a:gd name="T106" fmla="*/ 13 w 111"/>
                  <a:gd name="T107" fmla="*/ 71 h 84"/>
                  <a:gd name="T108" fmla="*/ 18 w 111"/>
                  <a:gd name="T109" fmla="*/ 54 h 84"/>
                  <a:gd name="T110" fmla="*/ 4 w 111"/>
                  <a:gd name="T111" fmla="*/ 5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11" h="84">
                    <a:moveTo>
                      <a:pt x="17" y="2"/>
                    </a:moveTo>
                    <a:cubicBezTo>
                      <a:pt x="22" y="0"/>
                      <a:pt x="26" y="1"/>
                      <a:pt x="29" y="4"/>
                    </a:cubicBezTo>
                    <a:cubicBezTo>
                      <a:pt x="27" y="21"/>
                      <a:pt x="24" y="37"/>
                      <a:pt x="20" y="51"/>
                    </a:cubicBezTo>
                    <a:cubicBezTo>
                      <a:pt x="15" y="50"/>
                      <a:pt x="10" y="49"/>
                      <a:pt x="5" y="48"/>
                    </a:cubicBezTo>
                    <a:cubicBezTo>
                      <a:pt x="6" y="31"/>
                      <a:pt x="11" y="15"/>
                      <a:pt x="17" y="2"/>
                    </a:cubicBezTo>
                    <a:close/>
                    <a:moveTo>
                      <a:pt x="20" y="68"/>
                    </a:moveTo>
                    <a:cubicBezTo>
                      <a:pt x="17" y="76"/>
                      <a:pt x="17" y="76"/>
                      <a:pt x="17" y="76"/>
                    </a:cubicBezTo>
                    <a:cubicBezTo>
                      <a:pt x="74" y="76"/>
                      <a:pt x="80" y="76"/>
                      <a:pt x="107" y="76"/>
                    </a:cubicBezTo>
                    <a:cubicBezTo>
                      <a:pt x="111" y="76"/>
                      <a:pt x="111" y="76"/>
                      <a:pt x="111" y="76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0" y="24"/>
                      <a:pt x="110" y="24"/>
                      <a:pt x="110" y="24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5" y="10"/>
                      <a:pt x="95" y="10"/>
                      <a:pt x="95" y="10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2"/>
                      <a:pt x="33" y="15"/>
                      <a:pt x="33" y="17"/>
                    </a:cubicBezTo>
                    <a:cubicBezTo>
                      <a:pt x="89" y="17"/>
                      <a:pt x="89" y="17"/>
                      <a:pt x="89" y="17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31"/>
                      <a:pt x="88" y="31"/>
                      <a:pt x="88" y="31"/>
                    </a:cubicBezTo>
                    <a:cubicBezTo>
                      <a:pt x="90" y="31"/>
                      <a:pt x="90" y="31"/>
                      <a:pt x="90" y="31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84" y="68"/>
                      <a:pt x="61" y="68"/>
                      <a:pt x="20" y="68"/>
                    </a:cubicBezTo>
                    <a:close/>
                    <a:moveTo>
                      <a:pt x="102" y="27"/>
                    </a:moveTo>
                    <a:cubicBezTo>
                      <a:pt x="92" y="27"/>
                      <a:pt x="92" y="27"/>
                      <a:pt x="92" y="27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102" y="27"/>
                      <a:pt x="102" y="27"/>
                      <a:pt x="102" y="27"/>
                    </a:cubicBezTo>
                    <a:close/>
                    <a:moveTo>
                      <a:pt x="34" y="45"/>
                    </a:move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34" y="48"/>
                      <a:pt x="34" y="48"/>
                      <a:pt x="34" y="48"/>
                    </a:cubicBezTo>
                    <a:cubicBezTo>
                      <a:pt x="34" y="45"/>
                      <a:pt x="34" y="45"/>
                      <a:pt x="34" y="45"/>
                    </a:cubicBezTo>
                    <a:close/>
                    <a:moveTo>
                      <a:pt x="34" y="34"/>
                    </a:moveTo>
                    <a:cubicBezTo>
                      <a:pt x="75" y="34"/>
                      <a:pt x="75" y="34"/>
                      <a:pt x="75" y="34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34" y="23"/>
                    </a:moveTo>
                    <a:cubicBezTo>
                      <a:pt x="75" y="23"/>
                      <a:pt x="75" y="23"/>
                      <a:pt x="75" y="23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4" y="23"/>
                      <a:pt x="34" y="23"/>
                      <a:pt x="34" y="23"/>
                    </a:cubicBezTo>
                    <a:close/>
                    <a:moveTo>
                      <a:pt x="4" y="70"/>
                    </a:move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9"/>
                      <a:pt x="10" y="79"/>
                      <a:pt x="10" y="79"/>
                    </a:cubicBezTo>
                    <a:cubicBezTo>
                      <a:pt x="5" y="84"/>
                      <a:pt x="5" y="84"/>
                      <a:pt x="5" y="84"/>
                    </a:cubicBezTo>
                    <a:cubicBezTo>
                      <a:pt x="4" y="84"/>
                      <a:pt x="3" y="83"/>
                      <a:pt x="2" y="83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4" y="70"/>
                      <a:pt x="4" y="70"/>
                      <a:pt x="4" y="70"/>
                    </a:cubicBezTo>
                    <a:close/>
                    <a:moveTo>
                      <a:pt x="4" y="51"/>
                    </a:moveTo>
                    <a:cubicBezTo>
                      <a:pt x="4" y="57"/>
                      <a:pt x="3" y="63"/>
                      <a:pt x="2" y="68"/>
                    </a:cubicBezTo>
                    <a:cubicBezTo>
                      <a:pt x="6" y="69"/>
                      <a:pt x="9" y="70"/>
                      <a:pt x="13" y="71"/>
                    </a:cubicBezTo>
                    <a:cubicBezTo>
                      <a:pt x="14" y="65"/>
                      <a:pt x="16" y="60"/>
                      <a:pt x="18" y="54"/>
                    </a:cubicBezTo>
                    <a:cubicBezTo>
                      <a:pt x="14" y="53"/>
                      <a:pt x="9" y="52"/>
                      <a:pt x="4" y="51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prstClr val="black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7" name="文本框 6"/>
          <p:cNvSpPr txBox="1"/>
          <p:nvPr/>
        </p:nvSpPr>
        <p:spPr>
          <a:xfrm>
            <a:off x="529590" y="419100"/>
            <a:ext cx="3422015" cy="10788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5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irectory</a:t>
            </a:r>
            <a:endParaRPr lang="zh-CN" altLang="en-US" sz="54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7" name="直接连接符 156"/>
          <p:cNvCxnSpPr/>
          <p:nvPr/>
        </p:nvCxnSpPr>
        <p:spPr>
          <a:xfrm flipV="1">
            <a:off x="751840" y="1427480"/>
            <a:ext cx="3089910" cy="1905"/>
          </a:xfrm>
          <a:prstGeom prst="line">
            <a:avLst/>
          </a:prstGeom>
          <a:ln w="25400">
            <a:solidFill>
              <a:srgbClr val="0448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19402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2663825"/>
            <a:ext cx="1763395" cy="541020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663065" y="1911985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19100" y="2663190"/>
            <a:ext cx="150241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en-US" altLang="zh-CN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2940" y="2663825"/>
            <a:ext cx="8989060" cy="541655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3934460" y="3205480"/>
            <a:ext cx="8159750" cy="165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 &amp; Motivation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21206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095295" y="1324805"/>
            <a:ext cx="454025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traffic congestion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120" name="组合 119"/>
          <p:cNvGrpSpPr/>
          <p:nvPr>
            <p:custDataLst>
              <p:tags r:id="rId1"/>
            </p:custDataLst>
          </p:nvPr>
        </p:nvGrpSpPr>
        <p:grpSpPr>
          <a:xfrm>
            <a:off x="6912776" y="2209740"/>
            <a:ext cx="3825000" cy="3060000"/>
            <a:chOff x="1347676" y="3056252"/>
            <a:chExt cx="3825000" cy="3060000"/>
          </a:xfrm>
        </p:grpSpPr>
        <p:pic>
          <p:nvPicPr>
            <p:cNvPr id="21" name="图片 2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1347676" y="3056252"/>
              <a:ext cx="3825000" cy="30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22" name="图片 2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16200000">
              <a:off x="3064404" y="5078089"/>
              <a:ext cx="273166" cy="273166"/>
            </a:xfrm>
            <a:prstGeom prst="rect">
              <a:avLst/>
            </a:prstGeom>
          </p:spPr>
        </p:pic>
        <p:sp>
          <p:nvSpPr>
            <p:cNvPr id="29" name="椭圆 28"/>
            <p:cNvSpPr/>
            <p:nvPr>
              <p:custDataLst>
                <p:tags r:id="rId6"/>
              </p:custDataLst>
            </p:nvPr>
          </p:nvSpPr>
          <p:spPr>
            <a:xfrm>
              <a:off x="3000318" y="5047424"/>
              <a:ext cx="1288346" cy="303166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图片 2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>
              <a:off x="4369434" y="3959753"/>
              <a:ext cx="273166" cy="273166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>
              <a:off x="4359679" y="4201179"/>
              <a:ext cx="273166" cy="273166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>
              <a:off x="4369434" y="4442374"/>
              <a:ext cx="273166" cy="273166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>
              <a:off x="4369663" y="4680514"/>
              <a:ext cx="273166" cy="273166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5703974">
              <a:off x="2708665" y="3730478"/>
              <a:ext cx="273166" cy="273166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5703974">
              <a:off x="2463242" y="3705078"/>
              <a:ext cx="273166" cy="273166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5703974">
              <a:off x="2192420" y="3679678"/>
              <a:ext cx="273166" cy="273166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5703974">
              <a:off x="1939865" y="3658245"/>
              <a:ext cx="273166" cy="273166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16200000">
              <a:off x="3316998" y="5077424"/>
              <a:ext cx="273166" cy="273166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16200000">
              <a:off x="3562799" y="5070372"/>
              <a:ext cx="273166" cy="273166"/>
            </a:xfrm>
            <a:prstGeom prst="rect">
              <a:avLst/>
            </a:prstGeom>
          </p:spPr>
        </p:pic>
        <p:pic>
          <p:nvPicPr>
            <p:cNvPr id="51" name="图片 50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16200000">
              <a:off x="3808600" y="5070372"/>
              <a:ext cx="273166" cy="273166"/>
            </a:xfrm>
            <a:prstGeom prst="rect">
              <a:avLst/>
            </a:prstGeom>
          </p:spPr>
        </p:pic>
        <p:pic>
          <p:nvPicPr>
            <p:cNvPr id="64" name="图片 63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>
              <a:off x="4351086" y="5670310"/>
              <a:ext cx="273166" cy="273166"/>
            </a:xfrm>
            <a:prstGeom prst="rect">
              <a:avLst/>
            </a:prstGeom>
          </p:spPr>
        </p:pic>
        <p:pic>
          <p:nvPicPr>
            <p:cNvPr id="65" name="图片 64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10800000">
              <a:off x="2868048" y="4077894"/>
              <a:ext cx="273166" cy="273166"/>
            </a:xfrm>
            <a:prstGeom prst="rect">
              <a:avLst/>
            </a:prstGeom>
          </p:spPr>
        </p:pic>
        <p:pic>
          <p:nvPicPr>
            <p:cNvPr id="69" name="图片 6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357790">
              <a:off x="1537518" y="4662892"/>
              <a:ext cx="273166" cy="273166"/>
            </a:xfrm>
            <a:prstGeom prst="rect">
              <a:avLst/>
            </a:prstGeom>
          </p:spPr>
        </p:pic>
        <p:pic>
          <p:nvPicPr>
            <p:cNvPr id="72" name="图片 7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5779407">
              <a:off x="2119061" y="5124269"/>
              <a:ext cx="273166" cy="273166"/>
            </a:xfrm>
            <a:prstGeom prst="rect">
              <a:avLst/>
            </a:prstGeom>
          </p:spPr>
        </p:pic>
        <p:pic>
          <p:nvPicPr>
            <p:cNvPr id="73" name="图片 7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>
              <a:off x="2875184" y="5613714"/>
              <a:ext cx="273166" cy="273166"/>
            </a:xfrm>
            <a:prstGeom prst="rect">
              <a:avLst/>
            </a:prstGeom>
          </p:spPr>
        </p:pic>
        <p:pic>
          <p:nvPicPr>
            <p:cNvPr id="78" name="图片 77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5" cstate="screen"/>
            <a:stretch>
              <a:fillRect/>
            </a:stretch>
          </p:blipFill>
          <p:spPr>
            <a:xfrm rot="15793584">
              <a:off x="4851051" y="3620071"/>
              <a:ext cx="273166" cy="273166"/>
            </a:xfrm>
            <a:prstGeom prst="rect">
              <a:avLst/>
            </a:prstGeom>
          </p:spPr>
        </p:pic>
        <p:sp>
          <p:nvSpPr>
            <p:cNvPr id="81" name="椭圆 80"/>
            <p:cNvSpPr/>
            <p:nvPr>
              <p:custDataLst>
                <p:tags r:id="rId24"/>
              </p:custDataLst>
            </p:nvPr>
          </p:nvSpPr>
          <p:spPr>
            <a:xfrm rot="5400000">
              <a:off x="3866099" y="4341587"/>
              <a:ext cx="1288346" cy="303166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>
              <p:custDataLst>
                <p:tags r:id="rId25"/>
              </p:custDataLst>
            </p:nvPr>
          </p:nvSpPr>
          <p:spPr>
            <a:xfrm rot="289076">
              <a:off x="1802303" y="3685691"/>
              <a:ext cx="1288346" cy="303166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1" name="组合 120"/>
          <p:cNvGrpSpPr/>
          <p:nvPr>
            <p:custDataLst>
              <p:tags r:id="rId26"/>
            </p:custDataLst>
          </p:nvPr>
        </p:nvGrpSpPr>
        <p:grpSpPr>
          <a:xfrm>
            <a:off x="1236490" y="2209740"/>
            <a:ext cx="3825000" cy="3060000"/>
            <a:chOff x="7202348" y="3056252"/>
            <a:chExt cx="3825000" cy="3060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 rotWithShape="1">
            <a:blip r:embed="rId28" cstate="screen"/>
            <a:srcRect/>
            <a:stretch>
              <a:fillRect/>
            </a:stretch>
          </p:blipFill>
          <p:spPr>
            <a:xfrm>
              <a:off x="7202348" y="3056252"/>
              <a:ext cx="3825000" cy="3060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57" name="图片 5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7711126" y="3959753"/>
              <a:ext cx="216000" cy="216000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7828682" y="3908393"/>
              <a:ext cx="216000" cy="216000"/>
            </a:xfrm>
            <a:prstGeom prst="rect">
              <a:avLst/>
            </a:prstGeom>
          </p:spPr>
        </p:pic>
        <p:pic>
          <p:nvPicPr>
            <p:cNvPr id="61" name="图片 60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7942910" y="4082766"/>
              <a:ext cx="216000" cy="216000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7822025" y="4112034"/>
              <a:ext cx="216000" cy="216000"/>
            </a:xfrm>
            <a:prstGeom prst="rect">
              <a:avLst/>
            </a:prstGeom>
          </p:spPr>
        </p:pic>
        <p:pic>
          <p:nvPicPr>
            <p:cNvPr id="89" name="图片 88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8681780" y="3834939"/>
              <a:ext cx="216000" cy="216000"/>
            </a:xfrm>
            <a:prstGeom prst="rect">
              <a:avLst/>
            </a:prstGeom>
          </p:spPr>
        </p:pic>
        <p:pic>
          <p:nvPicPr>
            <p:cNvPr id="91" name="图片 9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10373762" y="5053898"/>
              <a:ext cx="216000" cy="216000"/>
            </a:xfrm>
            <a:prstGeom prst="rect">
              <a:avLst/>
            </a:prstGeom>
          </p:spPr>
        </p:pic>
        <p:pic>
          <p:nvPicPr>
            <p:cNvPr id="92" name="图片 91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8611395" y="5505714"/>
              <a:ext cx="216000" cy="216000"/>
            </a:xfrm>
            <a:prstGeom prst="rect">
              <a:avLst/>
            </a:prstGeom>
          </p:spPr>
        </p:pic>
        <p:pic>
          <p:nvPicPr>
            <p:cNvPr id="93" name="图片 92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0" cstate="screen">
              <a:duotone>
                <a:prstClr val="black"/>
                <a:schemeClr val="accent2">
                  <a:lumMod val="5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481762" y="3678445"/>
              <a:ext cx="216000" cy="216000"/>
            </a:xfrm>
            <a:prstGeom prst="rect">
              <a:avLst/>
            </a:prstGeom>
          </p:spPr>
        </p:pic>
        <p:pic>
          <p:nvPicPr>
            <p:cNvPr id="96" name="图片 95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795108" y="3751089"/>
              <a:ext cx="216000" cy="216000"/>
            </a:xfrm>
            <a:prstGeom prst="rect">
              <a:avLst/>
            </a:prstGeom>
          </p:spPr>
        </p:pic>
        <p:pic>
          <p:nvPicPr>
            <p:cNvPr id="97" name="图片 96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437750" y="4909475"/>
              <a:ext cx="216000" cy="216000"/>
            </a:xfrm>
            <a:prstGeom prst="rect">
              <a:avLst/>
            </a:prstGeom>
          </p:spPr>
        </p:pic>
        <p:pic>
          <p:nvPicPr>
            <p:cNvPr id="98" name="图片 97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19126" y="5472648"/>
              <a:ext cx="216000" cy="216000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687108" y="5835476"/>
              <a:ext cx="216000" cy="216000"/>
            </a:xfrm>
            <a:prstGeom prst="rect">
              <a:avLst/>
            </a:prstGeom>
          </p:spPr>
        </p:pic>
        <p:pic>
          <p:nvPicPr>
            <p:cNvPr id="100" name="图片 99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10451933" y="4919013"/>
              <a:ext cx="216000" cy="216000"/>
            </a:xfrm>
            <a:prstGeom prst="rect">
              <a:avLst/>
            </a:prstGeom>
          </p:spPr>
        </p:pic>
        <p:pic>
          <p:nvPicPr>
            <p:cNvPr id="101" name="图片 100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10481762" y="5091007"/>
              <a:ext cx="216000" cy="216000"/>
            </a:xfrm>
            <a:prstGeom prst="rect">
              <a:avLst/>
            </a:prstGeom>
          </p:spPr>
        </p:pic>
        <p:pic>
          <p:nvPicPr>
            <p:cNvPr id="102" name="图片 101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10292902" y="5161898"/>
              <a:ext cx="216000" cy="216000"/>
            </a:xfrm>
            <a:prstGeom prst="rect">
              <a:avLst/>
            </a:prstGeom>
          </p:spPr>
        </p:pic>
        <p:pic>
          <p:nvPicPr>
            <p:cNvPr id="103" name="图片 102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10540797" y="4908789"/>
              <a:ext cx="216000" cy="216000"/>
            </a:xfrm>
            <a:prstGeom prst="rect">
              <a:avLst/>
            </a:prstGeom>
          </p:spPr>
        </p:pic>
        <p:pic>
          <p:nvPicPr>
            <p:cNvPr id="104" name="图片 103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858354" y="3896034"/>
              <a:ext cx="216000" cy="216000"/>
            </a:xfrm>
            <a:prstGeom prst="rect">
              <a:avLst/>
            </a:prstGeom>
          </p:spPr>
        </p:pic>
        <p:pic>
          <p:nvPicPr>
            <p:cNvPr id="105" name="图片 104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890812" y="3712454"/>
              <a:ext cx="216000" cy="216000"/>
            </a:xfrm>
            <a:prstGeom prst="rect">
              <a:avLst/>
            </a:prstGeom>
          </p:spPr>
        </p:pic>
        <p:pic>
          <p:nvPicPr>
            <p:cNvPr id="106" name="图片 105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954058" y="3906820"/>
              <a:ext cx="216000" cy="216000"/>
            </a:xfrm>
            <a:prstGeom prst="rect">
              <a:avLst/>
            </a:prstGeom>
          </p:spPr>
        </p:pic>
        <p:pic>
          <p:nvPicPr>
            <p:cNvPr id="108" name="图片 107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471108" y="5876404"/>
              <a:ext cx="216000" cy="216000"/>
            </a:xfrm>
            <a:prstGeom prst="rect">
              <a:avLst/>
            </a:prstGeom>
          </p:spPr>
        </p:pic>
        <p:pic>
          <p:nvPicPr>
            <p:cNvPr id="109" name="图片 108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30" cstate="screen"/>
            <a:stretch>
              <a:fillRect/>
            </a:stretch>
          </p:blipFill>
          <p:spPr>
            <a:xfrm>
              <a:off x="7603126" y="3835240"/>
              <a:ext cx="216000" cy="216000"/>
            </a:xfrm>
            <a:prstGeom prst="rect">
              <a:avLst/>
            </a:prstGeom>
          </p:spPr>
        </p:pic>
        <p:pic>
          <p:nvPicPr>
            <p:cNvPr id="110" name="图片 109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39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049762" y="3963579"/>
              <a:ext cx="216000" cy="216000"/>
            </a:xfrm>
            <a:prstGeom prst="rect">
              <a:avLst/>
            </a:prstGeom>
          </p:spPr>
        </p:pic>
        <p:sp>
          <p:nvSpPr>
            <p:cNvPr id="116" name="椭圆 115"/>
            <p:cNvSpPr/>
            <p:nvPr>
              <p:custDataLst>
                <p:tags r:id="rId53"/>
              </p:custDataLst>
            </p:nvPr>
          </p:nvSpPr>
          <p:spPr>
            <a:xfrm>
              <a:off x="7543800" y="3751089"/>
              <a:ext cx="684853" cy="691285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>
              <p:custDataLst>
                <p:tags r:id="rId54"/>
              </p:custDataLst>
            </p:nvPr>
          </p:nvSpPr>
          <p:spPr>
            <a:xfrm>
              <a:off x="9653750" y="3657009"/>
              <a:ext cx="684853" cy="691285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>
              <p:custDataLst>
                <p:tags r:id="rId55"/>
              </p:custDataLst>
            </p:nvPr>
          </p:nvSpPr>
          <p:spPr>
            <a:xfrm>
              <a:off x="10166475" y="4817097"/>
              <a:ext cx="684853" cy="691285"/>
            </a:xfrm>
            <a:prstGeom prst="ellipse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9" name="矩形 118"/>
          <p:cNvSpPr/>
          <p:nvPr/>
        </p:nvSpPr>
        <p:spPr>
          <a:xfrm>
            <a:off x="1095295" y="668796"/>
            <a:ext cx="454025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 behavior models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6"/>
            </p:custDataLst>
          </p:nvPr>
        </p:nvSpPr>
        <p:spPr>
          <a:xfrm>
            <a:off x="2785671" y="5453834"/>
            <a:ext cx="114609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( 1 )</a:t>
            </a:r>
            <a:endParaRPr lang="zh-CN" altLang="en-US" sz="2000" dirty="0"/>
          </a:p>
        </p:txBody>
      </p:sp>
      <p:sp>
        <p:nvSpPr>
          <p:cNvPr id="56" name="文本框 55"/>
          <p:cNvSpPr txBox="1"/>
          <p:nvPr>
            <p:custDataLst>
              <p:tags r:id="rId57"/>
            </p:custDataLst>
          </p:nvPr>
        </p:nvSpPr>
        <p:spPr>
          <a:xfrm>
            <a:off x="8588250" y="5453834"/>
            <a:ext cx="114609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( 2 )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0" y="254000"/>
            <a:ext cx="32131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211195" y="254000"/>
            <a:ext cx="8980805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278448" y="82550"/>
            <a:ext cx="3017520" cy="585788"/>
            <a:chOff x="509015" y="82976"/>
            <a:chExt cx="3016398" cy="584775"/>
          </a:xfrm>
        </p:grpSpPr>
        <p:sp>
          <p:nvSpPr>
            <p:cNvPr id="7" name="文本框 4"/>
            <p:cNvSpPr txBox="1">
              <a:spLocks noChangeArrowheads="1"/>
            </p:cNvSpPr>
            <p:nvPr/>
          </p:nvSpPr>
          <p:spPr bwMode="auto">
            <a:xfrm>
              <a:off x="974297" y="132420"/>
              <a:ext cx="2551116" cy="46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</a:t>
              </a:r>
              <a:endParaRPr lang="en-US" altLang="zh-CN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09015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01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95375" y="570611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ClrTx/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Contact Tracing Query</a:t>
            </a:r>
            <a:endParaRPr lang="zh-CN" altLang="en-US" sz="2400" dirty="0">
              <a:latin typeface="+mn-ea"/>
            </a:endParaRPr>
          </a:p>
        </p:txBody>
      </p:sp>
    </p:spTree>
    <p:custDataLst>
      <p:tags r:id="rId5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097"/>
    </mc:Choice>
    <mc:Fallback>
      <p:transition spd="slow" advTm="310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19" grpId="0"/>
      <p:bldP spid="3" grpId="0"/>
      <p:bldP spid="5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15073" y="5890872"/>
            <a:ext cx="11305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XU </a:t>
            </a:r>
            <a:r>
              <a:rPr lang="en-US" altLang="zh-CN" sz="1600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 Q, LU H, BAO Z F. IMO: a toolbox for simulating and querying “infected” moving objects[J</a:t>
            </a:r>
            <a:r>
              <a:rPr lang="en-US" altLang="zh-CN" sz="16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]. VLDB 2020,13(12): 2825-2828.</a:t>
            </a:r>
            <a:endParaRPr lang="zh-CN" altLang="en-US" sz="1600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254000"/>
            <a:ext cx="33528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334964" y="82550"/>
            <a:ext cx="2496819" cy="585788"/>
            <a:chOff x="391584" y="82976"/>
            <a:chExt cx="2495891" cy="584775"/>
          </a:xfrm>
        </p:grpSpPr>
        <p:sp>
          <p:nvSpPr>
            <p:cNvPr id="5" name="文本框 4"/>
            <p:cNvSpPr txBox="1">
              <a:spLocks noChangeArrowheads="1"/>
            </p:cNvSpPr>
            <p:nvPr/>
          </p:nvSpPr>
          <p:spPr bwMode="auto">
            <a:xfrm>
              <a:off x="842266" y="111502"/>
              <a:ext cx="2045209" cy="521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Motivation</a:t>
              </a:r>
              <a:endParaRPr lang="en-US" altLang="zh-CN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9158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01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04210" y="254000"/>
            <a:ext cx="898779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928370" y="3550920"/>
            <a:ext cx="6099810" cy="1889760"/>
            <a:chOff x="490" y="4752"/>
            <a:chExt cx="9606" cy="2976"/>
          </a:xfrm>
        </p:grpSpPr>
        <p:pic>
          <p:nvPicPr>
            <p:cNvPr id="134" name="图片 133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77" y="6206"/>
              <a:ext cx="496" cy="477"/>
            </a:xfrm>
            <a:prstGeom prst="rect">
              <a:avLst/>
            </a:prstGeom>
          </p:spPr>
        </p:pic>
        <p:pic>
          <p:nvPicPr>
            <p:cNvPr id="137" name="图片 136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876" y="5915"/>
              <a:ext cx="496" cy="477"/>
            </a:xfrm>
            <a:prstGeom prst="rect">
              <a:avLst/>
            </a:prstGeom>
          </p:spPr>
        </p:pic>
        <p:pic>
          <p:nvPicPr>
            <p:cNvPr id="154" name="图片 153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62" y="6042"/>
              <a:ext cx="496" cy="477"/>
            </a:xfrm>
            <a:prstGeom prst="rect">
              <a:avLst/>
            </a:prstGeom>
          </p:spPr>
        </p:pic>
        <p:pic>
          <p:nvPicPr>
            <p:cNvPr id="155" name="图片 154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96" y="6526"/>
              <a:ext cx="496" cy="477"/>
            </a:xfrm>
            <a:prstGeom prst="rect">
              <a:avLst/>
            </a:prstGeom>
          </p:spPr>
        </p:pic>
        <p:pic>
          <p:nvPicPr>
            <p:cNvPr id="156" name="图片 155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1" y="6759"/>
              <a:ext cx="496" cy="477"/>
            </a:xfrm>
            <a:prstGeom prst="rect">
              <a:avLst/>
            </a:prstGeom>
          </p:spPr>
        </p:pic>
        <p:sp>
          <p:nvSpPr>
            <p:cNvPr id="158" name="椭圆 157"/>
            <p:cNvSpPr/>
            <p:nvPr/>
          </p:nvSpPr>
          <p:spPr>
            <a:xfrm>
              <a:off x="490" y="6235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159" name="直接连接符 158"/>
            <p:cNvCxnSpPr/>
            <p:nvPr/>
          </p:nvCxnSpPr>
          <p:spPr>
            <a:xfrm flipV="1">
              <a:off x="1248" y="6678"/>
              <a:ext cx="2231" cy="25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0" name="椭圆 159"/>
            <p:cNvSpPr/>
            <p:nvPr/>
          </p:nvSpPr>
          <p:spPr>
            <a:xfrm>
              <a:off x="2647" y="6042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1" name="椭圆 160"/>
            <p:cNvSpPr/>
            <p:nvPr/>
          </p:nvSpPr>
          <p:spPr>
            <a:xfrm>
              <a:off x="4484" y="5485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50">
                <a:sym typeface="+mn-ea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6322" y="5775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50">
                <a:sym typeface="+mn-ea"/>
              </a:endParaRPr>
            </a:p>
          </p:txBody>
        </p:sp>
        <p:cxnSp>
          <p:nvCxnSpPr>
            <p:cNvPr id="164" name="直接连接符 163"/>
            <p:cNvCxnSpPr/>
            <p:nvPr/>
          </p:nvCxnSpPr>
          <p:spPr>
            <a:xfrm flipV="1">
              <a:off x="3488" y="6228"/>
              <a:ext cx="1807" cy="45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5286" y="6228"/>
              <a:ext cx="1840" cy="24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 flipV="1">
              <a:off x="7143" y="6090"/>
              <a:ext cx="1759" cy="35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67" name="图片 166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88" y="5565"/>
              <a:ext cx="496" cy="477"/>
            </a:xfrm>
            <a:prstGeom prst="rect">
              <a:avLst/>
            </a:prstGeom>
          </p:spPr>
        </p:pic>
        <p:pic>
          <p:nvPicPr>
            <p:cNvPr id="168" name="图片 167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61" y="4765"/>
              <a:ext cx="496" cy="477"/>
            </a:xfrm>
            <a:prstGeom prst="rect">
              <a:avLst/>
            </a:prstGeom>
          </p:spPr>
        </p:pic>
        <p:pic>
          <p:nvPicPr>
            <p:cNvPr id="170" name="图片 169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18" y="5485"/>
              <a:ext cx="496" cy="477"/>
            </a:xfrm>
            <a:prstGeom prst="rect">
              <a:avLst/>
            </a:prstGeom>
          </p:spPr>
        </p:pic>
        <p:sp>
          <p:nvSpPr>
            <p:cNvPr id="176" name="文本框 175"/>
            <p:cNvSpPr txBox="1"/>
            <p:nvPr/>
          </p:nvSpPr>
          <p:spPr>
            <a:xfrm>
              <a:off x="686" y="6978"/>
              <a:ext cx="639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2</a:t>
              </a:r>
              <a:endParaRPr lang="en-US" altLang="zh-CN" sz="1500" b="1" baseline="-25000"/>
            </a:p>
          </p:txBody>
        </p:sp>
        <p:sp>
          <p:nvSpPr>
            <p:cNvPr id="177" name="文本框 176"/>
            <p:cNvSpPr txBox="1"/>
            <p:nvPr/>
          </p:nvSpPr>
          <p:spPr>
            <a:xfrm>
              <a:off x="2999" y="6822"/>
              <a:ext cx="634" cy="4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2</a:t>
              </a:r>
              <a:endParaRPr lang="en-US" altLang="zh-CN" sz="1500" b="1" baseline="-25000"/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4798" y="6409"/>
              <a:ext cx="634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2</a:t>
              </a:r>
              <a:endParaRPr lang="en-US" altLang="zh-CN" sz="1500" b="1" baseline="-25000"/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7372" y="6439"/>
              <a:ext cx="617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2</a:t>
              </a:r>
              <a:endParaRPr lang="en-US" altLang="zh-CN" sz="900" b="1" baseline="-25000"/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9147" y="6090"/>
              <a:ext cx="634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2</a:t>
              </a:r>
              <a:endParaRPr lang="en-US" altLang="zh-CN" sz="1500" b="1" baseline="-25000"/>
            </a:p>
          </p:txBody>
        </p:sp>
        <p:sp>
          <p:nvSpPr>
            <p:cNvPr id="188" name="文本框 187"/>
            <p:cNvSpPr txBox="1"/>
            <p:nvPr/>
          </p:nvSpPr>
          <p:spPr>
            <a:xfrm>
              <a:off x="1325" y="6409"/>
              <a:ext cx="719" cy="5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2</a:t>
              </a:r>
              <a:endParaRPr lang="en-US" altLang="zh-CN" sz="1500" b="1" baseline="-25000" dirty="0"/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3320" y="4752"/>
              <a:ext cx="1043" cy="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2</a:t>
              </a:r>
              <a:endParaRPr lang="en-US" altLang="zh-CN" sz="1500" b="1" baseline="-25000" dirty="0"/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5432" y="5761"/>
              <a:ext cx="1279" cy="4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2</a:t>
              </a:r>
              <a:endParaRPr lang="en-US" altLang="zh-CN" sz="1500" b="1" baseline="-25000" dirty="0"/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7257" y="5886"/>
              <a:ext cx="952" cy="3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O</a:t>
              </a:r>
              <a:r>
                <a:rPr lang="en-US" altLang="zh-CN" sz="1500" b="1" baseline="-25000"/>
                <a:t>2</a:t>
              </a:r>
              <a:endParaRPr lang="en-US" altLang="zh-CN" sz="1500" b="1" baseline="-25000"/>
            </a:p>
          </p:txBody>
        </p:sp>
        <p:sp>
          <p:nvSpPr>
            <p:cNvPr id="192" name="文本框 191"/>
            <p:cNvSpPr txBox="1"/>
            <p:nvPr/>
          </p:nvSpPr>
          <p:spPr>
            <a:xfrm>
              <a:off x="9158" y="5541"/>
              <a:ext cx="938" cy="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2</a:t>
              </a:r>
              <a:endParaRPr lang="en-US" altLang="zh-CN" sz="1500" b="1" baseline="-25000" dirty="0"/>
            </a:p>
          </p:txBody>
        </p:sp>
        <p:pic>
          <p:nvPicPr>
            <p:cNvPr id="198" name="图片 197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61" y="6235"/>
              <a:ext cx="496" cy="477"/>
            </a:xfrm>
            <a:prstGeom prst="rect">
              <a:avLst/>
            </a:prstGeom>
          </p:spPr>
        </p:pic>
        <p:pic>
          <p:nvPicPr>
            <p:cNvPr id="199" name="图片 198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51" y="5886"/>
              <a:ext cx="496" cy="477"/>
            </a:xfrm>
            <a:prstGeom prst="rect">
              <a:avLst/>
            </a:prstGeom>
          </p:spPr>
        </p:pic>
        <p:sp>
          <p:nvSpPr>
            <p:cNvPr id="163" name="椭圆 162"/>
            <p:cNvSpPr/>
            <p:nvPr/>
          </p:nvSpPr>
          <p:spPr>
            <a:xfrm>
              <a:off x="8161" y="5329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148715" y="755650"/>
            <a:ext cx="5006975" cy="373380"/>
            <a:chOff x="2190" y="2468"/>
            <a:chExt cx="7885" cy="588"/>
          </a:xfrm>
        </p:grpSpPr>
        <p:pic>
          <p:nvPicPr>
            <p:cNvPr id="193" name="图片 192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90" y="2509"/>
              <a:ext cx="381" cy="367"/>
            </a:xfrm>
            <a:prstGeom prst="rect">
              <a:avLst/>
            </a:prstGeom>
          </p:spPr>
        </p:pic>
        <p:sp>
          <p:nvSpPr>
            <p:cNvPr id="194" name="文本框 193"/>
            <p:cNvSpPr txBox="1"/>
            <p:nvPr/>
          </p:nvSpPr>
          <p:spPr>
            <a:xfrm>
              <a:off x="2606" y="2468"/>
              <a:ext cx="2896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Moving objects</a:t>
              </a:r>
              <a:endParaRPr lang="en-US" altLang="zh-CN"/>
            </a:p>
          </p:txBody>
        </p:sp>
        <p:pic>
          <p:nvPicPr>
            <p:cNvPr id="195" name="图片 194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89" y="2509"/>
              <a:ext cx="381" cy="367"/>
            </a:xfrm>
            <a:prstGeom prst="rect">
              <a:avLst/>
            </a:prstGeom>
          </p:spPr>
        </p:pic>
        <p:sp>
          <p:nvSpPr>
            <p:cNvPr id="196" name="文本框 195"/>
            <p:cNvSpPr txBox="1"/>
            <p:nvPr/>
          </p:nvSpPr>
          <p:spPr>
            <a:xfrm>
              <a:off x="5773" y="2468"/>
              <a:ext cx="430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Contact sources</a:t>
              </a:r>
              <a:endParaRPr lang="en-US" altLang="zh-CN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45820" y="1014730"/>
            <a:ext cx="6149340" cy="1885950"/>
            <a:chOff x="490" y="2788"/>
            <a:chExt cx="9684" cy="2970"/>
          </a:xfrm>
        </p:grpSpPr>
        <p:pic>
          <p:nvPicPr>
            <p:cNvPr id="135" name="图片 134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059" y="3461"/>
              <a:ext cx="496" cy="477"/>
            </a:xfrm>
            <a:prstGeom prst="rect">
              <a:avLst/>
            </a:prstGeom>
          </p:spPr>
        </p:pic>
        <p:pic>
          <p:nvPicPr>
            <p:cNvPr id="136" name="图片 135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61" y="3796"/>
              <a:ext cx="496" cy="477"/>
            </a:xfrm>
            <a:prstGeom prst="rect">
              <a:avLst/>
            </a:prstGeom>
          </p:spPr>
        </p:pic>
        <p:pic>
          <p:nvPicPr>
            <p:cNvPr id="139" name="图片 138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75" y="4774"/>
              <a:ext cx="496" cy="477"/>
            </a:xfrm>
            <a:prstGeom prst="rect">
              <a:avLst/>
            </a:prstGeom>
          </p:spPr>
        </p:pic>
        <p:pic>
          <p:nvPicPr>
            <p:cNvPr id="140" name="图片 139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91" y="3835"/>
              <a:ext cx="496" cy="477"/>
            </a:xfrm>
            <a:prstGeom prst="rect">
              <a:avLst/>
            </a:prstGeom>
          </p:spPr>
        </p:pic>
        <p:pic>
          <p:nvPicPr>
            <p:cNvPr id="141" name="图片 140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3" y="4361"/>
              <a:ext cx="496" cy="477"/>
            </a:xfrm>
            <a:prstGeom prst="rect">
              <a:avLst/>
            </a:prstGeom>
          </p:spPr>
        </p:pic>
        <p:pic>
          <p:nvPicPr>
            <p:cNvPr id="142" name="图片 141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8" y="4774"/>
              <a:ext cx="496" cy="477"/>
            </a:xfrm>
            <a:prstGeom prst="rect">
              <a:avLst/>
            </a:prstGeom>
          </p:spPr>
        </p:pic>
        <p:sp>
          <p:nvSpPr>
            <p:cNvPr id="144" name="椭圆 143"/>
            <p:cNvSpPr/>
            <p:nvPr/>
          </p:nvSpPr>
          <p:spPr>
            <a:xfrm>
              <a:off x="490" y="4265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145" name="直接连接符 144"/>
            <p:cNvCxnSpPr/>
            <p:nvPr/>
          </p:nvCxnSpPr>
          <p:spPr>
            <a:xfrm flipV="1">
              <a:off x="1325" y="4116"/>
              <a:ext cx="2224" cy="83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6" name="椭圆 145"/>
            <p:cNvSpPr/>
            <p:nvPr/>
          </p:nvSpPr>
          <p:spPr>
            <a:xfrm>
              <a:off x="2725" y="3461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7" name="椭圆 146"/>
            <p:cNvSpPr/>
            <p:nvPr/>
          </p:nvSpPr>
          <p:spPr>
            <a:xfrm>
              <a:off x="4604" y="4187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8" name="椭圆 147"/>
            <p:cNvSpPr/>
            <p:nvPr/>
          </p:nvSpPr>
          <p:spPr>
            <a:xfrm>
              <a:off x="6146" y="3461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9" name="椭圆 148"/>
            <p:cNvSpPr/>
            <p:nvPr/>
          </p:nvSpPr>
          <p:spPr>
            <a:xfrm>
              <a:off x="8161" y="3359"/>
              <a:ext cx="1620" cy="1493"/>
            </a:xfrm>
            <a:prstGeom prst="ellipse">
              <a:avLst/>
            </a:prstGeom>
            <a:noFill/>
            <a:ln w="28575" cap="rnd" cmpd="sng">
              <a:solidFill>
                <a:srgbClr val="C00000"/>
              </a:solidFill>
              <a:prstDash val="lgDashDot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150" name="直接连接符 149"/>
            <p:cNvCxnSpPr/>
            <p:nvPr/>
          </p:nvCxnSpPr>
          <p:spPr>
            <a:xfrm>
              <a:off x="3552" y="4095"/>
              <a:ext cx="1880" cy="85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 flipV="1">
              <a:off x="5436" y="4158"/>
              <a:ext cx="1509" cy="78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flipV="1">
              <a:off x="6944" y="4149"/>
              <a:ext cx="1956" cy="3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69" name="图片 168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73" y="3548"/>
              <a:ext cx="496" cy="477"/>
            </a:xfrm>
            <a:prstGeom prst="rect">
              <a:avLst/>
            </a:prstGeom>
          </p:spPr>
        </p:pic>
        <p:sp>
          <p:nvSpPr>
            <p:cNvPr id="171" name="文本框 170"/>
            <p:cNvSpPr txBox="1"/>
            <p:nvPr/>
          </p:nvSpPr>
          <p:spPr>
            <a:xfrm>
              <a:off x="1249" y="5088"/>
              <a:ext cx="634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1</a:t>
              </a:r>
              <a:endParaRPr lang="en-US" altLang="zh-CN" sz="1500" b="1" baseline="-25000"/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3633" y="3796"/>
              <a:ext cx="634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1</a:t>
              </a:r>
              <a:endParaRPr lang="en-US" altLang="zh-CN" sz="1500" b="1" baseline="-25000"/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5557" y="4947"/>
              <a:ext cx="634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1</a:t>
              </a:r>
              <a:endParaRPr lang="en-US" altLang="zh-CN" sz="1500" b="1" baseline="-25000"/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6946" y="4228"/>
              <a:ext cx="634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1</a:t>
              </a:r>
              <a:endParaRPr lang="en-US" altLang="zh-CN" sz="1500" b="1" baseline="-25000"/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9147" y="3899"/>
              <a:ext cx="634" cy="3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S</a:t>
              </a:r>
              <a:r>
                <a:rPr lang="en-US" altLang="zh-CN" sz="1500" b="1" baseline="-25000"/>
                <a:t>1</a:t>
              </a:r>
              <a:endParaRPr lang="en-US" altLang="zh-CN" sz="1500" b="1" baseline="-25000"/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1130" y="4454"/>
              <a:ext cx="694" cy="36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/>
                <a:t>O</a:t>
              </a:r>
              <a:r>
                <a:rPr lang="en-US" altLang="zh-CN" sz="1500" b="1" baseline="-25000"/>
                <a:t>1</a:t>
              </a:r>
              <a:endParaRPr lang="en-US" altLang="zh-CN" sz="1500" b="1" baseline="-25000"/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3431" y="3461"/>
              <a:ext cx="914" cy="4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1</a:t>
              </a:r>
              <a:endParaRPr lang="en-US" altLang="zh-CN" sz="1500" b="1" baseline="-25000" dirty="0"/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6897" y="3548"/>
              <a:ext cx="780" cy="5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1</a:t>
              </a:r>
              <a:endParaRPr lang="en-US" altLang="zh-CN" sz="1500" b="1" baseline="-25000" dirty="0"/>
            </a:p>
          </p:txBody>
        </p:sp>
        <p:pic>
          <p:nvPicPr>
            <p:cNvPr id="184" name="图片 183" descr="人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18" y="4297"/>
              <a:ext cx="495" cy="477"/>
            </a:xfrm>
            <a:prstGeom prst="rect">
              <a:avLst/>
            </a:prstGeom>
          </p:spPr>
        </p:pic>
        <p:sp>
          <p:nvSpPr>
            <p:cNvPr id="185" name="文本框 184"/>
            <p:cNvSpPr txBox="1"/>
            <p:nvPr/>
          </p:nvSpPr>
          <p:spPr>
            <a:xfrm>
              <a:off x="5872" y="2788"/>
              <a:ext cx="4302" cy="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186" name="文本框 185"/>
            <p:cNvSpPr txBox="1"/>
            <p:nvPr/>
          </p:nvSpPr>
          <p:spPr>
            <a:xfrm>
              <a:off x="5389" y="4308"/>
              <a:ext cx="882" cy="4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1</a:t>
              </a:r>
              <a:endParaRPr lang="en-US" altLang="zh-CN" sz="1500" b="1" baseline="-25000" dirty="0"/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8476" y="3524"/>
              <a:ext cx="1091" cy="4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500" b="1" dirty="0"/>
                <a:t>O</a:t>
              </a:r>
              <a:r>
                <a:rPr lang="en-US" altLang="zh-CN" sz="1500" b="1" baseline="-25000" dirty="0"/>
                <a:t>1</a:t>
              </a:r>
              <a:endParaRPr lang="en-US" altLang="zh-CN" sz="1500" b="1" baseline="-25000" dirty="0"/>
            </a:p>
          </p:txBody>
        </p:sp>
        <p:pic>
          <p:nvPicPr>
            <p:cNvPr id="200" name="图片 199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30" y="3977"/>
              <a:ext cx="496" cy="477"/>
            </a:xfrm>
            <a:prstGeom prst="rect">
              <a:avLst/>
            </a:prstGeom>
          </p:spPr>
        </p:pic>
        <p:pic>
          <p:nvPicPr>
            <p:cNvPr id="201" name="图片 200" descr="人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61" y="3912"/>
              <a:ext cx="496" cy="477"/>
            </a:xfrm>
            <a:prstGeom prst="rect">
              <a:avLst/>
            </a:prstGeom>
          </p:spPr>
        </p:pic>
      </p:grpSp>
      <p:sp>
        <p:nvSpPr>
          <p:cNvPr id="203" name="文本框 202"/>
          <p:cNvSpPr txBox="1"/>
          <p:nvPr/>
        </p:nvSpPr>
        <p:spPr>
          <a:xfrm>
            <a:off x="7560945" y="1730375"/>
            <a:ext cx="4714875" cy="3412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zh-CN" altLang="en-US" sz="24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ult</a:t>
            </a:r>
            <a:r>
              <a:rPr lang="en-US" altLang="zh-CN" sz="24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i-</a:t>
            </a:r>
            <a:r>
              <a:rPr lang="zh-CN" altLang="en-US" sz="24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source loose contact events</a:t>
            </a:r>
            <a:endParaRPr lang="zh-CN" altLang="en-US" sz="240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240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4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Sliding-window-based baseline query processing</a:t>
            </a:r>
            <a:endParaRPr lang="en-US" altLang="zh-CN" sz="240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 sz="240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4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optimized query processing via InGrid-MBR-based inverted index</a:t>
            </a:r>
            <a:endParaRPr lang="en-US" altLang="zh-CN" sz="240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内容占位符 45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62305" y="2999740"/>
                <a:ext cx="5278120" cy="471805"/>
              </a:xfrm>
            </p:spPr>
            <p:txBody>
              <a:bodyPr>
                <a:normAutofit fontScale="975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&gt;∆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zh-CN" alt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r>
                          <a:rPr lang="en-US" altLang="zh-CN" sz="2400" i="1" baseline="-250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400" i="1" baseline="-250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)</a:t>
                </a:r>
                <a:endParaRPr lang="en-US" altLang="zh-CN" dirty="0">
                  <a:solidFill>
                    <a:schemeClr val="tx2"/>
                  </a:solidFill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6" name="内容占位符 4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62305" y="2999740"/>
                <a:ext cx="5278120" cy="471805"/>
              </a:xfrm>
              <a:blipFill rotWithShape="1">
                <a:blip r:embed="rId10"/>
                <a:stretch>
                  <a:fillRect b="-14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/>
          <p:cNvSpPr txBox="1"/>
          <p:nvPr/>
        </p:nvSpPr>
        <p:spPr>
          <a:xfrm>
            <a:off x="5799455" y="2957195"/>
            <a:ext cx="495300" cy="470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(1)</a:t>
            </a:r>
            <a:endParaRPr lang="en-US" altLang="zh-CN" sz="240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9034">
        <p:fade/>
      </p:transition>
    </mc:Choice>
    <mc:Fallback>
      <p:transition spd="med" advTm="990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3" grpId="0"/>
      <p:bldP spid="46" grpId="0" build="p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2663825"/>
            <a:ext cx="1765300" cy="541655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647825" y="2014855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15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1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19100" y="2638425"/>
            <a:ext cx="1345565" cy="56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en-US" altLang="zh-CN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87700" y="2663825"/>
            <a:ext cx="9004300" cy="541655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096635" y="3205480"/>
            <a:ext cx="6095365" cy="165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 - MLCEQ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5944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/>
              <p:cNvSpPr txBox="1"/>
              <p:nvPr/>
            </p:nvSpPr>
            <p:spPr>
              <a:xfrm>
                <a:off x="7733030" y="535305"/>
                <a:ext cx="5400600" cy="590903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Time threshold:</a:t>
                </a:r>
                <a:r>
                  <a: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000" i="1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Distance threshold</a:t>
                </a:r>
                <a:r>
                  <a: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：</a:t>
                </a:r>
                <a:r>
                  <a:rPr lang="en-US" altLang="zh-CN" sz="2000" i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d</a:t>
                </a:r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Loose threshold</a:t>
                </a:r>
                <a:r>
                  <a: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：</a:t>
                </a:r>
                <a:r>
                  <a:rPr lang="el-GR" altLang="zh-CN" sz="2000" i="1" dirty="0">
                    <a:solidFill>
                      <a:schemeClr val="tx2"/>
                    </a:solidFill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 </a:t>
                </a:r>
                <a:r>
                  <a:rPr lang="en-US" altLang="el-GR" sz="2000" i="1" dirty="0">
                    <a:solidFill>
                      <a:schemeClr val="tx2"/>
                    </a:solidFill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α 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anose="02020503050405090304" pitchFamily="18" charset="0"/>
                      </a:rPr>
                      <m:t>0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503050405090304" pitchFamily="18" charset="0"/>
                      </a:rPr>
                      <m:t>≤ </m:t>
                    </m:r>
                    <m:r>
                      <a:rPr lang="en-US" altLang="el-GR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anose="02020503050405090304" pitchFamily="18" charset="0"/>
                        <a:sym typeface="+mn-ea"/>
                      </a:rPr>
                      <m:t>𝛼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503050405090304" pitchFamily="18" charset="0"/>
                      </a:rPr>
                      <m:t>≤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503050405090304" pitchFamily="18" charset="0"/>
                      </a:rPr>
                      <m:t>1</m:t>
                    </m:r>
                  </m:oMath>
                </a14:m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  <a:sym typeface="+mn-ea"/>
                  </a:rPr>
                  <a:t>Sliding window:  W</a:t>
                </a:r>
                <a:r>
                  <a:rPr lang="en-US" altLang="zh-CN" sz="2000" baseline="-25000" dirty="0">
                    <a:latin typeface="Times New Roman" panose="02020503050405090304" pitchFamily="18" charset="0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  <a:sym typeface="+mn-ea"/>
                  </a:rPr>
                  <a:t>，</a:t>
                </a:r>
                <a:endParaRPr lang="zh-CN" altLang="en-US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  <a:sym typeface="+mn-ea"/>
                  </a:rPr>
                  <a:t>the width of sliding window : τ =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Single-time-point Contact:</a:t>
                </a:r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Multi-source Loose Contact Event</a:t>
                </a:r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(MLC-event):</a:t>
                </a:r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en-US" altLang="zh-CN" sz="2000" i="1" dirty="0" err="1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e</a:t>
                </a:r>
                <a:r>
                  <a:rPr lang="en-US" altLang="zh-CN" sz="2000" i="1" baseline="-25000" dirty="0" err="1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lang="en-US" altLang="zh-CN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 = (L</a:t>
                </a:r>
                <a:r>
                  <a:rPr lang="en-US" altLang="zh-CN" sz="2000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lang="en-US" altLang="zh-CN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, </a:t>
                </a:r>
                <a:r>
                  <a:rPr lang="en-US" altLang="zh-CN" sz="2000" i="1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o</a:t>
                </a:r>
                <a:r>
                  <a:rPr lang="en-US" altLang="zh-CN" sz="2000" i="1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lang="en-US" altLang="zh-CN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, W</a:t>
                </a:r>
                <a:r>
                  <a:rPr lang="en-US" altLang="zh-CN" sz="2000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i</a:t>
                </a:r>
                <a:r>
                  <a:rPr lang="en-US" altLang="zh-CN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)</a:t>
                </a:r>
                <a:r>
                  <a:rPr lang="zh-CN" altLang="en-US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：</a:t>
                </a:r>
                <a:r>
                  <a:rPr lang="en-US" altLang="zh-CN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 ({s</a:t>
                </a:r>
                <a:r>
                  <a:rPr lang="en-US" altLang="zh-CN" sz="2000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1</a:t>
                </a:r>
                <a:r>
                  <a:rPr lang="en-US" altLang="zh-CN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, s</a:t>
                </a:r>
                <a:r>
                  <a:rPr lang="en-US" altLang="zh-CN" sz="2000" baseline="-25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2</a:t>
                </a:r>
                <a:r>
                  <a:rPr lang="en-US" altLang="zh-CN" sz="2000" dirty="0"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  <a:sym typeface="+mn-ea"/>
                  </a:rPr>
                  <a:t>}, O, 7)</a:t>
                </a:r>
                <a:endParaRPr lang="en-US" altLang="zh-CN" sz="20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  <a:sym typeface="+mn-ea"/>
                </a:endParaRPr>
              </a:p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20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=5 ,</a:t>
                </a:r>
                <a:r>
                  <a:rPr lang="en-US" altLang="el-GR" sz="2000" i="1" dirty="0">
                    <a:solidFill>
                      <a:schemeClr val="tx2"/>
                    </a:solidFill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 α = 0.8</a:t>
                </a:r>
                <a:endParaRPr lang="en-US" altLang="el-GR" sz="2000" i="1" dirty="0">
                  <a:solidFill>
                    <a:schemeClr val="tx2"/>
                  </a:solidFill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endParaRPr>
              </a:p>
              <a:p>
                <a:pPr indent="457200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en-US" altLang="zh-CN" sz="2000" i="1" dirty="0">
                    <a:solidFill>
                      <a:schemeClr val="tx2"/>
                    </a:solidFill>
                    <a:latin typeface="Times New Roman" panose="02020503050405090304" pitchFamily="18" charset="0"/>
                    <a:ea typeface="宋体" pitchFamily="2" charset="-122"/>
                    <a:cs typeface="Times New Roman" panose="02020503050405090304" pitchFamily="18" charset="0"/>
                  </a:rPr>
                  <a:t>4 / 5 &gt;= 0.8</a:t>
                </a:r>
                <a:endPara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030" y="535305"/>
                <a:ext cx="5400600" cy="5909038"/>
              </a:xfrm>
              <a:prstGeom prst="rect">
                <a:avLst/>
              </a:prstGeom>
              <a:blipFill rotWithShape="1">
                <a:blip r:embed="rId1"/>
                <a:stretch>
                  <a:fillRect r="10" b="-66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63615" y="317500"/>
            <a:ext cx="6145530" cy="1746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550863" y="82550"/>
            <a:ext cx="5411470" cy="585788"/>
            <a:chOff x="551544" y="82976"/>
            <a:chExt cx="5409458" cy="584775"/>
          </a:xfrm>
        </p:grpSpPr>
        <p:sp>
          <p:nvSpPr>
            <p:cNvPr id="5" name="文本框 4"/>
            <p:cNvSpPr txBox="1">
              <a:spLocks noChangeArrowheads="1"/>
            </p:cNvSpPr>
            <p:nvPr/>
          </p:nvSpPr>
          <p:spPr bwMode="auto">
            <a:xfrm>
              <a:off x="772441" y="174258"/>
              <a:ext cx="5188561" cy="459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Multi-Loose Contact Event </a:t>
              </a:r>
              <a:endParaRPr lang="en-US" altLang="zh-CN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02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7" name="矩形 136"/>
          <p:cNvSpPr/>
          <p:nvPr>
            <p:custDataLst>
              <p:tags r:id="rId2"/>
            </p:custDataLst>
          </p:nvPr>
        </p:nvSpPr>
        <p:spPr>
          <a:xfrm>
            <a:off x="2598420" y="1911350"/>
            <a:ext cx="2964815" cy="18224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576037" y="2446159"/>
            <a:ext cx="5545158" cy="796975"/>
            <a:chOff x="2277447" y="3489473"/>
            <a:chExt cx="5545158" cy="796975"/>
          </a:xfrm>
        </p:grpSpPr>
        <p:pic>
          <p:nvPicPr>
            <p:cNvPr id="14" name="图片 1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549633" y="3836854"/>
              <a:ext cx="448435" cy="44959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2277447" y="3870165"/>
              <a:ext cx="39179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o</a:t>
              </a:r>
              <a:r>
                <a:rPr lang="en-US" altLang="zh-CN" baseline="-25000"/>
                <a:t>1</a:t>
              </a:r>
              <a:endParaRPr lang="en-US" altLang="zh-CN" baseline="-25000"/>
            </a:p>
          </p:txBody>
        </p:sp>
        <p:sp>
          <p:nvSpPr>
            <p:cNvPr id="44" name="椭圆 43"/>
            <p:cNvSpPr/>
            <p:nvPr>
              <p:custDataLst>
                <p:tags r:id="rId7"/>
              </p:custDataLst>
            </p:nvPr>
          </p:nvSpPr>
          <p:spPr>
            <a:xfrm>
              <a:off x="3142084" y="3856112"/>
              <a:ext cx="72008" cy="72008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8"/>
              </p:custDataLst>
            </p:nvPr>
          </p:nvSpPr>
          <p:spPr>
            <a:xfrm>
              <a:off x="4430345" y="3717032"/>
              <a:ext cx="72008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9"/>
              </p:custDataLst>
            </p:nvPr>
          </p:nvSpPr>
          <p:spPr>
            <a:xfrm>
              <a:off x="5143229" y="3489473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10"/>
              </p:custDataLst>
            </p:nvPr>
          </p:nvSpPr>
          <p:spPr>
            <a:xfrm>
              <a:off x="5751441" y="3522415"/>
              <a:ext cx="72008" cy="72008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11"/>
              </p:custDataLst>
            </p:nvPr>
          </p:nvSpPr>
          <p:spPr>
            <a:xfrm>
              <a:off x="6444439" y="3979810"/>
              <a:ext cx="72008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12"/>
              </p:custDataLst>
            </p:nvPr>
          </p:nvSpPr>
          <p:spPr>
            <a:xfrm>
              <a:off x="7104053" y="4156635"/>
              <a:ext cx="72008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13"/>
              </p:custDataLst>
            </p:nvPr>
          </p:nvSpPr>
          <p:spPr>
            <a:xfrm>
              <a:off x="7750597" y="3967035"/>
              <a:ext cx="72008" cy="72008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14"/>
              </p:custDataLst>
            </p:nvPr>
          </p:nvSpPr>
          <p:spPr>
            <a:xfrm>
              <a:off x="3790156" y="3760875"/>
              <a:ext cx="72008" cy="72008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/>
            <p:cNvCxnSpPr>
              <a:stCxn id="44" idx="6"/>
              <a:endCxn id="54" idx="2"/>
            </p:cNvCxnSpPr>
            <p:nvPr>
              <p:custDataLst>
                <p:tags r:id="rId15"/>
              </p:custDataLst>
            </p:nvPr>
          </p:nvCxnSpPr>
          <p:spPr>
            <a:xfrm flipV="1">
              <a:off x="3214092" y="3796879"/>
              <a:ext cx="576064" cy="95237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54" idx="5"/>
              <a:endCxn id="45" idx="2"/>
            </p:cNvCxnSpPr>
            <p:nvPr>
              <p:custDataLst>
                <p:tags r:id="rId16"/>
              </p:custDataLst>
            </p:nvPr>
          </p:nvCxnSpPr>
          <p:spPr>
            <a:xfrm flipV="1">
              <a:off x="3851619" y="3753036"/>
              <a:ext cx="578726" cy="69302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45" idx="6"/>
              <a:endCxn id="46" idx="1"/>
            </p:cNvCxnSpPr>
            <p:nvPr>
              <p:custDataLst>
                <p:tags r:id="rId17"/>
              </p:custDataLst>
            </p:nvPr>
          </p:nvCxnSpPr>
          <p:spPr>
            <a:xfrm flipV="1">
              <a:off x="4502353" y="3500018"/>
              <a:ext cx="651421" cy="253018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stCxn id="46" idx="7"/>
              <a:endCxn id="47" idx="2"/>
            </p:cNvCxnSpPr>
            <p:nvPr>
              <p:custDataLst>
                <p:tags r:id="rId18"/>
              </p:custDataLst>
            </p:nvPr>
          </p:nvCxnSpPr>
          <p:spPr>
            <a:xfrm>
              <a:off x="5204692" y="3500018"/>
              <a:ext cx="546749" cy="58401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>
              <a:stCxn id="47" idx="5"/>
              <a:endCxn id="48" idx="2"/>
            </p:cNvCxnSpPr>
            <p:nvPr>
              <p:custDataLst>
                <p:tags r:id="rId19"/>
              </p:custDataLst>
            </p:nvPr>
          </p:nvCxnSpPr>
          <p:spPr>
            <a:xfrm>
              <a:off x="5812904" y="3583878"/>
              <a:ext cx="631535" cy="431936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48" idx="4"/>
              <a:endCxn id="51" idx="6"/>
            </p:cNvCxnSpPr>
            <p:nvPr>
              <p:custDataLst>
                <p:tags r:id="rId20"/>
              </p:custDataLst>
            </p:nvPr>
          </p:nvCxnSpPr>
          <p:spPr>
            <a:xfrm>
              <a:off x="6480443" y="4051818"/>
              <a:ext cx="695618" cy="140821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>
              <a:stCxn id="51" idx="6"/>
              <a:endCxn id="52" idx="6"/>
            </p:cNvCxnSpPr>
            <p:nvPr>
              <p:custDataLst>
                <p:tags r:id="rId21"/>
              </p:custDataLst>
            </p:nvPr>
          </p:nvCxnSpPr>
          <p:spPr>
            <a:xfrm flipV="1">
              <a:off x="7176061" y="4003039"/>
              <a:ext cx="646544" cy="189600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/>
          <p:cNvGrpSpPr/>
          <p:nvPr>
            <p:custDataLst>
              <p:tags r:id="rId22"/>
            </p:custDataLst>
          </p:nvPr>
        </p:nvGrpSpPr>
        <p:grpSpPr>
          <a:xfrm>
            <a:off x="555121" y="1344065"/>
            <a:ext cx="5508846" cy="773461"/>
            <a:chOff x="2256531" y="2387380"/>
            <a:chExt cx="5508846" cy="773461"/>
          </a:xfrm>
        </p:grpSpPr>
        <p:pic>
          <p:nvPicPr>
            <p:cNvPr id="70" name="图片 69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481269" y="2711247"/>
              <a:ext cx="448436" cy="449594"/>
            </a:xfrm>
            <a:prstGeom prst="rect">
              <a:avLst/>
            </a:prstGeom>
          </p:spPr>
        </p:pic>
        <p:sp>
          <p:nvSpPr>
            <p:cNvPr id="72" name="文本框 71"/>
            <p:cNvSpPr txBox="1"/>
            <p:nvPr>
              <p:custDataLst>
                <p:tags r:id="rId25"/>
              </p:custDataLst>
            </p:nvPr>
          </p:nvSpPr>
          <p:spPr>
            <a:xfrm>
              <a:off x="2256531" y="2778953"/>
              <a:ext cx="35369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s</a:t>
              </a:r>
              <a:r>
                <a:rPr lang="en-US" altLang="zh-CN" baseline="-25000"/>
                <a:t>1</a:t>
              </a:r>
              <a:endParaRPr lang="en-US" altLang="zh-CN" baseline="-25000"/>
            </a:p>
          </p:txBody>
        </p:sp>
        <p:sp>
          <p:nvSpPr>
            <p:cNvPr id="74" name="椭圆 73"/>
            <p:cNvSpPr/>
            <p:nvPr>
              <p:custDataLst>
                <p:tags r:id="rId26"/>
              </p:custDataLst>
            </p:nvPr>
          </p:nvSpPr>
          <p:spPr>
            <a:xfrm>
              <a:off x="3106080" y="2917738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>
              <p:custDataLst>
                <p:tags r:id="rId27"/>
              </p:custDataLst>
            </p:nvPr>
          </p:nvSpPr>
          <p:spPr>
            <a:xfrm>
              <a:off x="4466148" y="2459103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>
              <p:custDataLst>
                <p:tags r:id="rId28"/>
              </p:custDataLst>
            </p:nvPr>
          </p:nvSpPr>
          <p:spPr>
            <a:xfrm>
              <a:off x="5142219" y="3043325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>
              <p:custDataLst>
                <p:tags r:id="rId29"/>
              </p:custDataLst>
            </p:nvPr>
          </p:nvSpPr>
          <p:spPr>
            <a:xfrm>
              <a:off x="5801606" y="2603714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>
              <p:custDataLst>
                <p:tags r:id="rId30"/>
              </p:custDataLst>
            </p:nvPr>
          </p:nvSpPr>
          <p:spPr>
            <a:xfrm>
              <a:off x="6506034" y="2531309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>
              <p:custDataLst>
                <p:tags r:id="rId31"/>
              </p:custDataLst>
            </p:nvPr>
          </p:nvSpPr>
          <p:spPr>
            <a:xfrm>
              <a:off x="7032298" y="2567520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>
              <p:custDataLst>
                <p:tags r:id="rId32"/>
              </p:custDataLst>
            </p:nvPr>
          </p:nvSpPr>
          <p:spPr>
            <a:xfrm>
              <a:off x="3718401" y="2639775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>
              <p:custDataLst>
                <p:tags r:id="rId33"/>
              </p:custDataLst>
            </p:nvPr>
          </p:nvSpPr>
          <p:spPr>
            <a:xfrm>
              <a:off x="7693369" y="2387380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连接符 92"/>
            <p:cNvCxnSpPr>
              <a:stCxn id="74" idx="6"/>
              <a:endCxn id="90" idx="2"/>
            </p:cNvCxnSpPr>
            <p:nvPr>
              <p:custDataLst>
                <p:tags r:id="rId34"/>
              </p:custDataLst>
            </p:nvPr>
          </p:nvCxnSpPr>
          <p:spPr>
            <a:xfrm flipV="1">
              <a:off x="3178088" y="2675612"/>
              <a:ext cx="540385" cy="27813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>
              <a:stCxn id="90" idx="7"/>
              <a:endCxn id="76" idx="2"/>
            </p:cNvCxnSpPr>
            <p:nvPr>
              <p:custDataLst>
                <p:tags r:id="rId35"/>
              </p:custDataLst>
            </p:nvPr>
          </p:nvCxnSpPr>
          <p:spPr>
            <a:xfrm flipV="1">
              <a:off x="3779229" y="2495380"/>
              <a:ext cx="687070" cy="15494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>
              <a:stCxn id="76" idx="6"/>
              <a:endCxn id="80" idx="2"/>
            </p:cNvCxnSpPr>
            <p:nvPr>
              <p:custDataLst>
                <p:tags r:id="rId36"/>
              </p:custDataLst>
            </p:nvPr>
          </p:nvCxnSpPr>
          <p:spPr>
            <a:xfrm>
              <a:off x="4538156" y="2495742"/>
              <a:ext cx="604520" cy="584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>
              <a:stCxn id="80" idx="0"/>
              <a:endCxn id="84" idx="1"/>
            </p:cNvCxnSpPr>
            <p:nvPr>
              <p:custDataLst>
                <p:tags r:id="rId37"/>
              </p:custDataLst>
            </p:nvPr>
          </p:nvCxnSpPr>
          <p:spPr>
            <a:xfrm flipV="1">
              <a:off x="5178858" y="2614065"/>
              <a:ext cx="633730" cy="42926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>
              <a:stCxn id="84" idx="6"/>
              <a:endCxn id="86" idx="2"/>
            </p:cNvCxnSpPr>
            <p:nvPr>
              <p:custDataLst>
                <p:tags r:id="rId38"/>
              </p:custDataLst>
            </p:nvPr>
          </p:nvCxnSpPr>
          <p:spPr>
            <a:xfrm flipV="1">
              <a:off x="5873614" y="2567328"/>
              <a:ext cx="632460" cy="723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>
              <a:stCxn id="86" idx="5"/>
              <a:endCxn id="88" idx="3"/>
            </p:cNvCxnSpPr>
            <p:nvPr>
              <p:custDataLst>
                <p:tags r:id="rId39"/>
              </p:custDataLst>
            </p:nvPr>
          </p:nvCxnSpPr>
          <p:spPr>
            <a:xfrm>
              <a:off x="6566862" y="2592137"/>
              <a:ext cx="476250" cy="3619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>
              <a:stCxn id="88" idx="6"/>
              <a:endCxn id="92" idx="2"/>
            </p:cNvCxnSpPr>
            <p:nvPr>
              <p:custDataLst>
                <p:tags r:id="rId40"/>
              </p:custDataLst>
            </p:nvPr>
          </p:nvCxnSpPr>
          <p:spPr>
            <a:xfrm flipV="1">
              <a:off x="7104306" y="2423819"/>
              <a:ext cx="589280" cy="17970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组合 140"/>
          <p:cNvGrpSpPr/>
          <p:nvPr/>
        </p:nvGrpSpPr>
        <p:grpSpPr>
          <a:xfrm>
            <a:off x="440478" y="4687631"/>
            <a:ext cx="6696744" cy="585356"/>
            <a:chOff x="2082740" y="4653136"/>
            <a:chExt cx="6696744" cy="585356"/>
          </a:xfrm>
        </p:grpSpPr>
        <p:cxnSp>
          <p:nvCxnSpPr>
            <p:cNvPr id="142" name="直接箭头连接符 141"/>
            <p:cNvCxnSpPr/>
            <p:nvPr/>
          </p:nvCxnSpPr>
          <p:spPr>
            <a:xfrm>
              <a:off x="2082740" y="4797152"/>
              <a:ext cx="66967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3142084" y="4653136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3826160" y="4653136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4475765" y="4653136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5159841" y="4653136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5778212" y="4661954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6462288" y="4661954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7144596" y="466801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7828672" y="466801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文本框 150"/>
            <p:cNvSpPr txBox="1"/>
            <p:nvPr/>
          </p:nvSpPr>
          <p:spPr>
            <a:xfrm>
              <a:off x="2854052" y="4869160"/>
              <a:ext cx="540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  1         2         3         4        5         6          7         8     </a:t>
              </a:r>
              <a:endParaRPr lang="zh-CN" altLang="en-US"/>
            </a:p>
          </p:txBody>
        </p:sp>
      </p:grpSp>
      <p:cxnSp>
        <p:nvCxnSpPr>
          <p:cNvPr id="152" name="直接箭头连接符 151"/>
          <p:cNvCxnSpPr/>
          <p:nvPr>
            <p:custDataLst>
              <p:tags r:id="rId41"/>
            </p:custDataLst>
          </p:nvPr>
        </p:nvCxnSpPr>
        <p:spPr>
          <a:xfrm>
            <a:off x="3476814" y="2072019"/>
            <a:ext cx="6465" cy="369437"/>
          </a:xfrm>
          <a:prstGeom prst="straightConnector1">
            <a:avLst/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/>
          <p:cNvSpPr txBox="1"/>
          <p:nvPr/>
        </p:nvSpPr>
        <p:spPr>
          <a:xfrm>
            <a:off x="7261994" y="4629855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time</a:t>
            </a:r>
            <a:endParaRPr lang="zh-CN" altLang="en-US"/>
          </a:p>
        </p:txBody>
      </p:sp>
      <p:grpSp>
        <p:nvGrpSpPr>
          <p:cNvPr id="160" name="组合 159"/>
          <p:cNvGrpSpPr/>
          <p:nvPr>
            <p:custDataLst>
              <p:tags r:id="rId42"/>
            </p:custDataLst>
          </p:nvPr>
        </p:nvGrpSpPr>
        <p:grpSpPr>
          <a:xfrm>
            <a:off x="617357" y="3058464"/>
            <a:ext cx="5517348" cy="1124921"/>
            <a:chOff x="1590771" y="4121152"/>
            <a:chExt cx="5517348" cy="1124921"/>
          </a:xfrm>
        </p:grpSpPr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3702708" y="4121152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1590771" y="4157156"/>
              <a:ext cx="5517348" cy="1088917"/>
              <a:chOff x="1590771" y="4157156"/>
              <a:chExt cx="5517348" cy="1088917"/>
            </a:xfrm>
          </p:grpSpPr>
          <p:sp>
            <p:nvSpPr>
              <p:cNvPr id="163" name="椭圆 162"/>
              <p:cNvSpPr/>
              <p:nvPr>
                <p:custDataLst>
                  <p:tags r:id="rId44"/>
                </p:custDataLst>
              </p:nvPr>
            </p:nvSpPr>
            <p:spPr>
              <a:xfrm>
                <a:off x="5700481" y="4398848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64" name="组合 163"/>
              <p:cNvGrpSpPr/>
              <p:nvPr/>
            </p:nvGrpSpPr>
            <p:grpSpPr>
              <a:xfrm>
                <a:off x="1590771" y="4157156"/>
                <a:ext cx="5517348" cy="1088917"/>
                <a:chOff x="1590771" y="4157156"/>
                <a:chExt cx="5517348" cy="1088917"/>
              </a:xfrm>
            </p:grpSpPr>
            <p:pic>
              <p:nvPicPr>
                <p:cNvPr id="165" name="图片 164"/>
                <p:cNvPicPr>
                  <a:picLocks noChangeAspect="1"/>
                </p:cNvPicPr>
                <p:nvPr>
                  <p:custDataLst>
                    <p:tags r:id="rId45"/>
                  </p:custDataLst>
                </p:nvPr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15509" y="4796479"/>
                  <a:ext cx="448436" cy="449594"/>
                </a:xfrm>
                <a:prstGeom prst="rect">
                  <a:avLst/>
                </a:prstGeom>
              </p:spPr>
            </p:pic>
            <p:sp>
              <p:nvSpPr>
                <p:cNvPr id="166" name="文本框 165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1590771" y="4864185"/>
                  <a:ext cx="353695" cy="36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/>
                    <a:t>s</a:t>
                  </a:r>
                  <a:r>
                    <a:rPr lang="en-US" altLang="zh-CN" baseline="-25000"/>
                    <a:t>2</a:t>
                  </a:r>
                  <a:endParaRPr lang="en-US" altLang="zh-CN" baseline="-25000"/>
                </a:p>
              </p:txBody>
            </p:sp>
            <p:sp>
              <p:nvSpPr>
                <p:cNvPr id="167" name="椭圆 16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2440320" y="5002970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8" name="椭圆 16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4459270" y="4825110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9" name="椭圆 168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5037356" y="4912911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0" name="椭圆 169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6376057" y="4490018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1" name="椭圆 170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3124396" y="4858992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2" name="椭圆 171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7036111" y="5074584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73" name="直接连接符 172"/>
                <p:cNvCxnSpPr>
                  <a:stCxn id="167" idx="6"/>
                  <a:endCxn id="171" idx="2"/>
                </p:cNvCxnSpPr>
                <p:nvPr>
                  <p:custDataLst>
                    <p:tags r:id="rId53"/>
                  </p:custDataLst>
                </p:nvPr>
              </p:nvCxnSpPr>
              <p:spPr>
                <a:xfrm flipV="1">
                  <a:off x="2512328" y="4894996"/>
                  <a:ext cx="612068" cy="14397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连接符 173"/>
                <p:cNvCxnSpPr>
                  <a:stCxn id="171" idx="7"/>
                  <a:endCxn id="161" idx="2"/>
                </p:cNvCxnSpPr>
                <p:nvPr>
                  <p:custDataLst>
                    <p:tags r:id="rId54"/>
                  </p:custDataLst>
                </p:nvPr>
              </p:nvCxnSpPr>
              <p:spPr>
                <a:xfrm flipV="1">
                  <a:off x="3185859" y="4157156"/>
                  <a:ext cx="516849" cy="712381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74"/>
                <p:cNvCxnSpPr>
                  <a:stCxn id="161" idx="6"/>
                  <a:endCxn id="168" idx="2"/>
                </p:cNvCxnSpPr>
                <p:nvPr>
                  <p:custDataLst>
                    <p:tags r:id="rId55"/>
                  </p:custDataLst>
                </p:nvPr>
              </p:nvCxnSpPr>
              <p:spPr>
                <a:xfrm>
                  <a:off x="3774716" y="4157156"/>
                  <a:ext cx="684554" cy="70395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/>
                <p:cNvCxnSpPr>
                  <a:stCxn id="168" idx="5"/>
                  <a:endCxn id="169" idx="1"/>
                </p:cNvCxnSpPr>
                <p:nvPr>
                  <p:custDataLst>
                    <p:tags r:id="rId56"/>
                  </p:custDataLst>
                </p:nvPr>
              </p:nvCxnSpPr>
              <p:spPr>
                <a:xfrm>
                  <a:off x="4520733" y="4886573"/>
                  <a:ext cx="527168" cy="36883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连接符 176"/>
                <p:cNvCxnSpPr>
                  <a:stCxn id="169" idx="0"/>
                  <a:endCxn id="163" idx="2"/>
                </p:cNvCxnSpPr>
                <p:nvPr>
                  <p:custDataLst>
                    <p:tags r:id="rId57"/>
                  </p:custDataLst>
                </p:nvPr>
              </p:nvCxnSpPr>
              <p:spPr>
                <a:xfrm flipV="1">
                  <a:off x="5073360" y="4434852"/>
                  <a:ext cx="627121" cy="47805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接连接符 177"/>
                <p:cNvCxnSpPr>
                  <a:stCxn id="163" idx="5"/>
                  <a:endCxn id="170" idx="3"/>
                </p:cNvCxnSpPr>
                <p:nvPr>
                  <p:custDataLst>
                    <p:tags r:id="rId58"/>
                  </p:custDataLst>
                </p:nvPr>
              </p:nvCxnSpPr>
              <p:spPr>
                <a:xfrm>
                  <a:off x="5761944" y="4460311"/>
                  <a:ext cx="624658" cy="9117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连接符 178"/>
                <p:cNvCxnSpPr>
                  <a:stCxn id="170" idx="6"/>
                  <a:endCxn id="172" idx="2"/>
                </p:cNvCxnSpPr>
                <p:nvPr>
                  <p:custDataLst>
                    <p:tags r:id="rId59"/>
                  </p:custDataLst>
                </p:nvPr>
              </p:nvCxnSpPr>
              <p:spPr>
                <a:xfrm>
                  <a:off x="6448065" y="4526022"/>
                  <a:ext cx="588046" cy="58456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80" name="直接箭头连接符 179"/>
          <p:cNvCxnSpPr/>
          <p:nvPr>
            <p:custDataLst>
              <p:tags r:id="rId60"/>
            </p:custDataLst>
          </p:nvPr>
        </p:nvCxnSpPr>
        <p:spPr>
          <a:xfrm>
            <a:off x="2764940" y="2745725"/>
            <a:ext cx="359" cy="312738"/>
          </a:xfrm>
          <a:prstGeom prst="straightConnector1">
            <a:avLst/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/>
          <p:nvPr>
            <p:custDataLst>
              <p:tags r:id="rId61"/>
            </p:custDataLst>
          </p:nvPr>
        </p:nvCxnSpPr>
        <p:spPr>
          <a:xfrm>
            <a:off x="4771578" y="3009945"/>
            <a:ext cx="359" cy="312738"/>
          </a:xfrm>
          <a:prstGeom prst="straightConnector1">
            <a:avLst/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>
            <p:custDataLst>
              <p:tags r:id="rId62"/>
            </p:custDataLst>
          </p:nvPr>
        </p:nvCxnSpPr>
        <p:spPr>
          <a:xfrm>
            <a:off x="5438110" y="3149550"/>
            <a:ext cx="359" cy="312738"/>
          </a:xfrm>
          <a:prstGeom prst="straightConnector1">
            <a:avLst/>
          </a:prstGeom>
          <a:ln w="63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3" name="对象 18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3"/>
            </p:custDataLst>
          </p:nvPr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64" imgW="114300" imgH="215900" progId="Equation.KSEE3">
                  <p:embed/>
                </p:oleObj>
              </mc:Choice>
              <mc:Fallback>
                <p:oleObj name="" r:id="rId64" imgW="114300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对象 18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6"/>
            </p:custDataLst>
          </p:nvPr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67" imgW="114300" imgH="215900" progId="Equation.KSEE3">
                  <p:embed/>
                </p:oleObj>
              </mc:Choice>
              <mc:Fallback>
                <p:oleObj name="" r:id="rId67" imgW="114300" imgH="2159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对象 18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8"/>
            </p:custDataLst>
          </p:nvPr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69" imgW="114300" imgH="215900" progId="Equation.KSEE3">
                  <p:embed/>
                </p:oleObj>
              </mc:Choice>
              <mc:Fallback>
                <p:oleObj name="" r:id="rId69" imgW="114300" imgH="2159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对象 18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313420" y="2936240"/>
          <a:ext cx="2204085" cy="357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0" imgW="1409700" imgH="228600" progId="Equation.KSEE3">
                  <p:embed/>
                </p:oleObj>
              </mc:Choice>
              <mc:Fallback>
                <p:oleObj name="" r:id="rId70" imgW="1409700" imgH="2286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8313420" y="2936240"/>
                        <a:ext cx="2204085" cy="357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" name="对象 18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19430" y="5408930"/>
          <a:ext cx="5995670" cy="90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2" imgW="2946400" imgH="444500" progId="Equation.KSEE3">
                  <p:embed/>
                </p:oleObj>
              </mc:Choice>
              <mc:Fallback>
                <p:oleObj name="" r:id="rId72" imgW="2946400" imgH="4445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519430" y="5408930"/>
                        <a:ext cx="5995670" cy="904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681470" y="5741035"/>
            <a:ext cx="580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(2)</a:t>
            </a:r>
            <a:endParaRPr lang="en-US" altLang="zh-CN"/>
          </a:p>
        </p:txBody>
      </p:sp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133715" y="3850005"/>
          <a:ext cx="275399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74" imgW="1587500" imgH="215900" progId="Equation.KSEE3">
                  <p:embed/>
                </p:oleObj>
              </mc:Choice>
              <mc:Fallback>
                <p:oleObj name="" r:id="rId74" imgW="15875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8133715" y="3850005"/>
                        <a:ext cx="2753995" cy="37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19430" y="668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the set of contact source:S=&lt;s</a:t>
            </a:r>
            <a:r>
              <a:rPr lang="en-US" altLang="zh-CN" baseline="-25000"/>
              <a:t>1</a:t>
            </a:r>
            <a:r>
              <a:rPr lang="en-US" altLang="zh-CN"/>
              <a:t>,...s</a:t>
            </a:r>
            <a:r>
              <a:rPr lang="en-US" altLang="zh-CN" baseline="-25000"/>
              <a:t>n</a:t>
            </a:r>
            <a:r>
              <a:rPr lang="en-US" altLang="zh-CN"/>
              <a:t>&gt;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21758">
        <p:fade/>
      </p:transition>
    </mc:Choice>
    <mc:Fallback>
      <p:transition spd="med" advTm="12175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77815" y="254000"/>
            <a:ext cx="6825615" cy="23177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50863" y="82550"/>
            <a:ext cx="4566284" cy="585788"/>
            <a:chOff x="551544" y="82976"/>
            <a:chExt cx="4564587" cy="584775"/>
          </a:xfrm>
        </p:grpSpPr>
        <p:sp>
          <p:nvSpPr>
            <p:cNvPr id="8" name="文本框 7"/>
            <p:cNvSpPr txBox="1">
              <a:spLocks noChangeArrowheads="1"/>
            </p:cNvSpPr>
            <p:nvPr/>
          </p:nvSpPr>
          <p:spPr bwMode="auto">
            <a:xfrm>
              <a:off x="1292948" y="115305"/>
              <a:ext cx="3823183" cy="427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Baseline - MLCEQ </a:t>
              </a:r>
              <a:endParaRPr lang="en-US" altLang="zh-CN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02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72464" r="4246" b="-866"/>
          <a:stretch>
            <a:fillRect/>
          </a:stretch>
        </p:blipFill>
        <p:spPr>
          <a:xfrm>
            <a:off x="980431" y="3552704"/>
            <a:ext cx="6277878" cy="619418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" r="4088" b="48220"/>
          <a:stretch>
            <a:fillRect/>
          </a:stretch>
        </p:blipFill>
        <p:spPr>
          <a:xfrm>
            <a:off x="906925" y="1406210"/>
            <a:ext cx="6392892" cy="1130884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68" y="1507826"/>
            <a:ext cx="448436" cy="449594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9" y="2083890"/>
            <a:ext cx="448436" cy="449594"/>
          </a:xfrm>
          <a:prstGeom prst="rect">
            <a:avLst/>
          </a:prstGeom>
        </p:spPr>
      </p:pic>
      <p:sp>
        <p:nvSpPr>
          <p:cNvPr id="116" name="文本框 115"/>
          <p:cNvSpPr txBox="1"/>
          <p:nvPr/>
        </p:nvSpPr>
        <p:spPr>
          <a:xfrm>
            <a:off x="243033" y="2038467"/>
            <a:ext cx="36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249089" y="1462403"/>
            <a:ext cx="36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6" y="3506504"/>
            <a:ext cx="448435" cy="449594"/>
          </a:xfrm>
          <a:prstGeom prst="rect">
            <a:avLst/>
          </a:prstGeom>
        </p:spPr>
      </p:pic>
      <p:sp>
        <p:nvSpPr>
          <p:cNvPr id="126" name="矩形 125"/>
          <p:cNvSpPr/>
          <p:nvPr/>
        </p:nvSpPr>
        <p:spPr>
          <a:xfrm>
            <a:off x="1075744" y="1408750"/>
            <a:ext cx="1903594" cy="27283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右大括号 126"/>
          <p:cNvSpPr/>
          <p:nvPr/>
        </p:nvSpPr>
        <p:spPr>
          <a:xfrm rot="5400000" flipH="1">
            <a:off x="1920421" y="327307"/>
            <a:ext cx="191825" cy="1903595"/>
          </a:xfrm>
          <a:prstGeom prst="rightBrace">
            <a:avLst>
              <a:gd name="adj1" fmla="val 47578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1816630" y="721411"/>
            <a:ext cx="39878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478520" y="1462405"/>
            <a:ext cx="264414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set of contact source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endParaRPr lang="zh-CN" altLang="en-US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243033" y="3438557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8593228" y="4648277"/>
            <a:ext cx="2592288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8629232" y="5495908"/>
            <a:ext cx="255628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MLC-event Result:R</a:t>
            </a:r>
            <a:endParaRPr lang="zh-CN" alt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8629232" y="4668939"/>
            <a:ext cx="1816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({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},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39" name="曲线连接符 138"/>
          <p:cNvCxnSpPr/>
          <p:nvPr/>
        </p:nvCxnSpPr>
        <p:spPr>
          <a:xfrm rot="5400000" flipV="1">
            <a:off x="1917700" y="4188460"/>
            <a:ext cx="572135" cy="485775"/>
          </a:xfrm>
          <a:prstGeom prst="curvedConnector3">
            <a:avLst>
              <a:gd name="adj1" fmla="val 500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曲线连接符 139"/>
          <p:cNvCxnSpPr/>
          <p:nvPr/>
        </p:nvCxnSpPr>
        <p:spPr>
          <a:xfrm rot="16200000">
            <a:off x="8620125" y="3068955"/>
            <a:ext cx="2152650" cy="48260"/>
          </a:xfrm>
          <a:prstGeom prst="curvedConnector3">
            <a:avLst>
              <a:gd name="adj1" fmla="val 4997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9788679" y="2683920"/>
            <a:ext cx="18722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add o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endParaRPr lang="zh-CN" alt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2" name="直接箭头连接符 141"/>
          <p:cNvCxnSpPr/>
          <p:nvPr/>
        </p:nvCxnSpPr>
        <p:spPr>
          <a:xfrm>
            <a:off x="2979338" y="670316"/>
            <a:ext cx="0" cy="560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/>
          <p:cNvSpPr txBox="1"/>
          <p:nvPr/>
        </p:nvSpPr>
        <p:spPr>
          <a:xfrm>
            <a:off x="3084748" y="735338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8361045" y="4166235"/>
            <a:ext cx="3157220" cy="447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construct e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 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add it to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endParaRPr lang="zh-CN" alt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318770" y="4728845"/>
            <a:ext cx="4622165" cy="1157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Times New Roman" panose="02020503050405090304" pitchFamily="18" charset="0"/>
                <a:cs typeface="Times New Roman" panose="02020503050405090304" pitchFamily="18" charset="0"/>
              </a:rPr>
              <a:t>calculate all distance between each contact source and innocent moving object at each time in sliding window W and record the number of 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Single-time-point Contacts</a:t>
            </a:r>
            <a:endParaRPr lang="en-US" altLang="zh-CN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8" name="曲线连接符 147"/>
          <p:cNvCxnSpPr/>
          <p:nvPr/>
        </p:nvCxnSpPr>
        <p:spPr>
          <a:xfrm flipV="1">
            <a:off x="5377815" y="5161915"/>
            <a:ext cx="2120900" cy="15875"/>
          </a:xfrm>
          <a:prstGeom prst="curvedConnector3">
            <a:avLst>
              <a:gd name="adj1" fmla="val 5003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9" name="文本框 148"/>
          <p:cNvSpPr txBox="1"/>
          <p:nvPr/>
        </p:nvSpPr>
        <p:spPr>
          <a:xfrm>
            <a:off x="5620385" y="4683760"/>
            <a:ext cx="1792605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if satisfy (2) </a:t>
            </a:r>
            <a:endParaRPr lang="en-US" altLang="zh-CN"/>
          </a:p>
        </p:txBody>
      </p:sp>
      <p:graphicFrame>
        <p:nvGraphicFramePr>
          <p:cNvPr id="189" name="对象 18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59605" y="5951220"/>
          <a:ext cx="43370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4" imgW="2946400" imgH="444500" progId="Equation.KSEE3">
                  <p:embed/>
                </p:oleObj>
              </mc:Choice>
              <mc:Fallback>
                <p:oleObj name="" r:id="rId4" imgW="2946400" imgH="4445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9605" y="5951220"/>
                        <a:ext cx="4337050" cy="65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文本框 149"/>
          <p:cNvSpPr txBox="1"/>
          <p:nvPr/>
        </p:nvSpPr>
        <p:spPr>
          <a:xfrm>
            <a:off x="8901430" y="6083300"/>
            <a:ext cx="61150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(2)</a:t>
            </a:r>
            <a:endParaRPr lang="en-US" altLang="zh-CN"/>
          </a:p>
        </p:txBody>
      </p:sp>
      <p:cxnSp>
        <p:nvCxnSpPr>
          <p:cNvPr id="152" name="曲线连接符 151"/>
          <p:cNvCxnSpPr>
            <a:stCxn id="149" idx="0"/>
          </p:cNvCxnSpPr>
          <p:nvPr/>
        </p:nvCxnSpPr>
        <p:spPr>
          <a:xfrm rot="16200000" flipV="1">
            <a:off x="4797425" y="2964180"/>
            <a:ext cx="490855" cy="2947670"/>
          </a:xfrm>
          <a:prstGeom prst="curved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3" name="文本框 152"/>
          <p:cNvSpPr txBox="1"/>
          <p:nvPr/>
        </p:nvSpPr>
        <p:spPr>
          <a:xfrm>
            <a:off x="3907155" y="4248150"/>
            <a:ext cx="65976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else</a:t>
            </a:r>
            <a:endParaRPr lang="en-US" altLang="zh-CN"/>
          </a:p>
        </p:txBody>
      </p:sp>
      <p:sp>
        <p:nvSpPr>
          <p:cNvPr id="162" name="文本框 161"/>
          <p:cNvSpPr txBox="1"/>
          <p:nvPr/>
        </p:nvSpPr>
        <p:spPr>
          <a:xfrm>
            <a:off x="3034030" y="741680"/>
            <a:ext cx="58864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i="1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baseline="-2500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baseline="-250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316"/>
    </mc:Choice>
    <mc:Fallback>
      <p:transition spd="slow" advTm="1333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4271 0.00305556 " pathEditMode="relative" ptsTypes="">
                                      <p:cBhvr>
                                        <p:cTn id="74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4271 0.00305556 " pathEditMode="relative" ptsTypes="">
                                      <p:cBhvr>
                                        <p:cTn id="76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4271 0.00305556 " pathEditMode="relative" ptsTypes="">
                                      <p:cBhvr>
                                        <p:cTn id="78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212963 L 0.0304167 0.00185185 " pathEditMode="relative" rAng="0" ptsTypes="">
                                      <p:cBhvr>
                                        <p:cTn id="80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9792 0.00101852 L 0.344063 0.00555556 " pathEditMode="relative" rAng="0" ptsTypes="">
                                      <p:cBhvr>
                                        <p:cTn id="94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" y="2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4063 0.00203704 L 0.34349 0.00435185 " pathEditMode="relative" rAng="0" ptsTypes="">
                                      <p:cBhvr>
                                        <p:cTn id="96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" y="2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4063 0.00203704 L 0.344271 0.000833333 " pathEditMode="relative" rAng="0" ptsTypes="">
                                      <p:cBhvr>
                                        <p:cTn id="98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2917 0.00203704 L 0.337187 0.0062963 " pathEditMode="relative" rAng="0" ptsTypes="">
                                      <p:cBhvr>
                                        <p:cTn id="100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20" grpId="0"/>
      <p:bldP spid="126" grpId="0" bldLvl="0" animBg="1"/>
      <p:bldP spid="126" grpId="2" animBg="1"/>
      <p:bldP spid="126" grpId="3" animBg="1"/>
      <p:bldP spid="127" grpId="0" bldLvl="0" animBg="1"/>
      <p:bldP spid="127" grpId="1" animBg="1"/>
      <p:bldP spid="127" grpId="2" animBg="1"/>
      <p:bldP spid="131" grpId="0"/>
      <p:bldP spid="131" grpId="1"/>
      <p:bldP spid="131" grpId="2"/>
      <p:bldP spid="134" grpId="0"/>
      <p:bldP spid="135" grpId="0"/>
      <p:bldP spid="138" grpId="0"/>
      <p:bldP spid="141" grpId="0"/>
      <p:bldP spid="143" grpId="0"/>
      <p:bldP spid="143" grpId="1"/>
      <p:bldP spid="144" grpId="0"/>
      <p:bldP spid="147" grpId="0"/>
      <p:bldP spid="149" grpId="0"/>
      <p:bldP spid="153" grpId="0"/>
      <p:bldP spid="162" grpId="0"/>
      <p:bldP spid="16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2663825"/>
            <a:ext cx="1778635" cy="541655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675765" y="2014855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15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1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19100" y="2638425"/>
            <a:ext cx="1359535" cy="56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en-US" altLang="zh-CN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15640" y="2663825"/>
            <a:ext cx="8976360" cy="541655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5359400" y="3223895"/>
            <a:ext cx="6846570" cy="164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Optimized - MLCEQ+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2033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786880" y="254000"/>
            <a:ext cx="5429885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550863" y="82550"/>
            <a:ext cx="6169025" cy="585788"/>
            <a:chOff x="551544" y="82976"/>
            <a:chExt cx="6166732" cy="584775"/>
          </a:xfrm>
        </p:grpSpPr>
        <p:sp>
          <p:nvSpPr>
            <p:cNvPr id="5" name="文本框 4"/>
            <p:cNvSpPr txBox="1">
              <a:spLocks noChangeArrowheads="1"/>
            </p:cNvSpPr>
            <p:nvPr/>
          </p:nvSpPr>
          <p:spPr bwMode="auto">
            <a:xfrm>
              <a:off x="800371" y="183133"/>
              <a:ext cx="5917905" cy="379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InGrid-MBR-based Inverted Index  </a:t>
              </a:r>
              <a:endParaRPr lang="en-US" altLang="zh-CN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51544" y="82976"/>
              <a:ext cx="723631" cy="5847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03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19" name="矩形 618"/>
          <p:cNvSpPr/>
          <p:nvPr/>
        </p:nvSpPr>
        <p:spPr>
          <a:xfrm>
            <a:off x="5476875" y="1379220"/>
            <a:ext cx="2376805" cy="34442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grpSp>
        <p:nvGrpSpPr>
          <p:cNvPr id="620" name="组合 619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72820" y="1349375"/>
            <a:ext cx="3522345" cy="3481070"/>
            <a:chOff x="3402" y="340"/>
            <a:chExt cx="10205" cy="10205"/>
          </a:xfrm>
        </p:grpSpPr>
        <p:sp>
          <p:nvSpPr>
            <p:cNvPr id="621" name="矩形 620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3402" y="340"/>
              <a:ext cx="10205" cy="10205"/>
            </a:xfrm>
            <a:prstGeom prst="rect">
              <a:avLst/>
            </a:prstGeom>
            <a:noFill/>
            <a:ln w="635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622" name="直接连接符 621"/>
            <p:cNvCxnSpPr/>
            <p:nvPr>
              <p:custDataLst>
                <p:tags r:id="rId3"/>
              </p:custDataLst>
            </p:nvPr>
          </p:nvCxnSpPr>
          <p:spPr>
            <a:xfrm>
              <a:off x="3402" y="3742"/>
              <a:ext cx="1020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3" name="直接连接符 622"/>
            <p:cNvCxnSpPr/>
            <p:nvPr>
              <p:custDataLst>
                <p:tags r:id="rId4"/>
              </p:custDataLst>
            </p:nvPr>
          </p:nvCxnSpPr>
          <p:spPr>
            <a:xfrm>
              <a:off x="3402" y="7143"/>
              <a:ext cx="1020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4" name="直接连接符 623"/>
            <p:cNvCxnSpPr/>
            <p:nvPr>
              <p:custDataLst>
                <p:tags r:id="rId5"/>
              </p:custDataLst>
            </p:nvPr>
          </p:nvCxnSpPr>
          <p:spPr>
            <a:xfrm>
              <a:off x="6803" y="340"/>
              <a:ext cx="0" cy="1020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5" name="直接连接符 624"/>
            <p:cNvCxnSpPr/>
            <p:nvPr>
              <p:custDataLst>
                <p:tags r:id="rId6"/>
              </p:custDataLst>
            </p:nvPr>
          </p:nvCxnSpPr>
          <p:spPr>
            <a:xfrm>
              <a:off x="10205" y="340"/>
              <a:ext cx="0" cy="1020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26" name="矩形 625"/>
          <p:cNvSpPr/>
          <p:nvPr>
            <p:custDataLst>
              <p:tags r:id="rId7"/>
            </p:custDataLst>
          </p:nvPr>
        </p:nvSpPr>
        <p:spPr>
          <a:xfrm>
            <a:off x="1253490" y="2008505"/>
            <a:ext cx="88265" cy="91440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sp>
        <p:nvSpPr>
          <p:cNvPr id="627" name="椭圆 62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545840" y="2671445"/>
            <a:ext cx="114300" cy="11239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628" name="直接连接符 627"/>
          <p:cNvCxnSpPr>
            <a:stCxn id="691" idx="3"/>
          </p:cNvCxnSpPr>
          <p:nvPr>
            <p:custDataLst>
              <p:tags r:id="rId9"/>
            </p:custDataLst>
          </p:nvPr>
        </p:nvCxnSpPr>
        <p:spPr>
          <a:xfrm flipV="1">
            <a:off x="3100070" y="2724785"/>
            <a:ext cx="507365" cy="522605"/>
          </a:xfrm>
          <a:prstGeom prst="line">
            <a:avLst/>
          </a:prstGeom>
          <a:ln w="635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4" name="矩形 633"/>
          <p:cNvSpPr/>
          <p:nvPr>
            <p:custDataLst>
              <p:tags r:id="rId10"/>
            </p:custDataLst>
          </p:nvPr>
        </p:nvSpPr>
        <p:spPr>
          <a:xfrm>
            <a:off x="3572510" y="2974340"/>
            <a:ext cx="340360" cy="187325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35" name="椭圆 634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3572510" y="2973705"/>
            <a:ext cx="68580" cy="628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6" name="椭圆 635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844290" y="3098800"/>
            <a:ext cx="68580" cy="628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8" name="矩形 637"/>
          <p:cNvSpPr/>
          <p:nvPr>
            <p:custDataLst>
              <p:tags r:id="rId13"/>
            </p:custDataLst>
          </p:nvPr>
        </p:nvSpPr>
        <p:spPr>
          <a:xfrm>
            <a:off x="3555365" y="1609725"/>
            <a:ext cx="632460" cy="810260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39" name="椭圆 638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950335" y="1617980"/>
            <a:ext cx="75565" cy="723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0" name="椭圆 639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3552825" y="2054860"/>
            <a:ext cx="75565" cy="723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1" name="椭圆 640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4112260" y="2347595"/>
            <a:ext cx="75565" cy="723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0" name="矩形 629"/>
          <p:cNvSpPr/>
          <p:nvPr>
            <p:custDataLst>
              <p:tags r:id="rId17"/>
            </p:custDataLst>
          </p:nvPr>
        </p:nvSpPr>
        <p:spPr>
          <a:xfrm>
            <a:off x="2424430" y="1804670"/>
            <a:ext cx="495935" cy="255270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31" name="椭圆 630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2424430" y="1804035"/>
            <a:ext cx="61595" cy="6096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2" name="椭圆 631"/>
          <p:cNvSpPr>
            <a:spLocks noChangeAspect="1"/>
          </p:cNvSpPr>
          <p:nvPr>
            <p:custDataLst>
              <p:tags r:id="rId19"/>
            </p:custDataLst>
          </p:nvPr>
        </p:nvSpPr>
        <p:spPr>
          <a:xfrm>
            <a:off x="2851150" y="1998980"/>
            <a:ext cx="61595" cy="6096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2" name="椭圆 641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1269365" y="2023110"/>
            <a:ext cx="59055" cy="596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4" name="矩形 643"/>
          <p:cNvSpPr/>
          <p:nvPr>
            <p:custDataLst>
              <p:tags r:id="rId21"/>
            </p:custDataLst>
          </p:nvPr>
        </p:nvSpPr>
        <p:spPr>
          <a:xfrm>
            <a:off x="1218565" y="2961640"/>
            <a:ext cx="652145" cy="396875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45" name="椭圆 644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>
            <a:off x="1218565" y="2961640"/>
            <a:ext cx="59055" cy="596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6" name="椭圆 645"/>
          <p:cNvSpPr>
            <a:spLocks noChangeAspect="1"/>
          </p:cNvSpPr>
          <p:nvPr>
            <p:custDataLst>
              <p:tags r:id="rId23"/>
            </p:custDataLst>
          </p:nvPr>
        </p:nvSpPr>
        <p:spPr>
          <a:xfrm>
            <a:off x="1811655" y="3298825"/>
            <a:ext cx="59055" cy="596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8" name="文本框 647"/>
          <p:cNvSpPr txBox="1"/>
          <p:nvPr>
            <p:custDataLst>
              <p:tags r:id="rId24"/>
            </p:custDataLst>
          </p:nvPr>
        </p:nvSpPr>
        <p:spPr>
          <a:xfrm>
            <a:off x="766445" y="873125"/>
            <a:ext cx="2016125" cy="288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/>
              <a:t>:moving objects</a:t>
            </a:r>
            <a:endParaRPr lang="en-US" altLang="zh-CN" sz="2000" b="1"/>
          </a:p>
        </p:txBody>
      </p:sp>
      <p:sp>
        <p:nvSpPr>
          <p:cNvPr id="649" name="椭圆 648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>
            <a:off x="568325" y="1009015"/>
            <a:ext cx="154305" cy="1530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50" name="文本框 649"/>
          <p:cNvSpPr txBox="1"/>
          <p:nvPr>
            <p:custDataLst>
              <p:tags r:id="rId26"/>
            </p:custDataLst>
          </p:nvPr>
        </p:nvSpPr>
        <p:spPr>
          <a:xfrm>
            <a:off x="2922905" y="873125"/>
            <a:ext cx="204597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/>
              <a:t>:contact sources</a:t>
            </a:r>
            <a:endParaRPr lang="en-US" altLang="zh-CN" sz="2000" b="1"/>
          </a:p>
        </p:txBody>
      </p:sp>
      <p:sp>
        <p:nvSpPr>
          <p:cNvPr id="651" name="椭圆 650"/>
          <p:cNvSpPr>
            <a:spLocks noChangeAspect="1"/>
          </p:cNvSpPr>
          <p:nvPr>
            <p:custDataLst>
              <p:tags r:id="rId27"/>
            </p:custDataLst>
          </p:nvPr>
        </p:nvSpPr>
        <p:spPr>
          <a:xfrm>
            <a:off x="2818765" y="1009015"/>
            <a:ext cx="154940" cy="15303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52" name="右箭头 651"/>
          <p:cNvSpPr/>
          <p:nvPr/>
        </p:nvSpPr>
        <p:spPr>
          <a:xfrm>
            <a:off x="4598035" y="2832735"/>
            <a:ext cx="732790" cy="3035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sp>
        <p:nvSpPr>
          <p:cNvPr id="653" name="矩形 652"/>
          <p:cNvSpPr/>
          <p:nvPr/>
        </p:nvSpPr>
        <p:spPr>
          <a:xfrm>
            <a:off x="5476875" y="1367790"/>
            <a:ext cx="2362200" cy="3458845"/>
          </a:xfrm>
          <a:prstGeom prst="rect">
            <a:avLst/>
          </a:prstGeom>
          <a:noFill/>
          <a:ln w="63500" cmpd="sng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sp>
        <p:nvSpPr>
          <p:cNvPr id="654" name="圆角矩形 653"/>
          <p:cNvSpPr/>
          <p:nvPr/>
        </p:nvSpPr>
        <p:spPr>
          <a:xfrm>
            <a:off x="6379845" y="1814830"/>
            <a:ext cx="833755" cy="30353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graphicFrame>
        <p:nvGraphicFramePr>
          <p:cNvPr id="655" name="对象 65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972820" y="1315720"/>
          <a:ext cx="215265" cy="277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9" imgW="165100" imgH="215900" progId="Equation.KSEE3">
                  <p:embed/>
                </p:oleObj>
              </mc:Choice>
              <mc:Fallback>
                <p:oleObj name="" r:id="rId29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72820" y="1315720"/>
                        <a:ext cx="215265" cy="277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" name="对象 65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2161540" y="1315720"/>
          <a:ext cx="2381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2" imgW="190500" imgH="215900" progId="Equation.KSEE3">
                  <p:embed/>
                </p:oleObj>
              </mc:Choice>
              <mc:Fallback>
                <p:oleObj name="" r:id="rId32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161540" y="1315720"/>
                        <a:ext cx="238125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" name="对象 65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4"/>
            </p:custDataLst>
          </p:nvPr>
        </p:nvGraphicFramePr>
        <p:xfrm>
          <a:off x="3335020" y="1324610"/>
          <a:ext cx="210820" cy="268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5" imgW="177165" imgH="228600" progId="Equation.KSEE3">
                  <p:embed/>
                </p:oleObj>
              </mc:Choice>
              <mc:Fallback>
                <p:oleObj name="" r:id="rId35" imgW="1771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335020" y="1324610"/>
                        <a:ext cx="210820" cy="268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" name="对象 66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7"/>
            </p:custDataLst>
          </p:nvPr>
        </p:nvGraphicFramePr>
        <p:xfrm>
          <a:off x="991870" y="2470150"/>
          <a:ext cx="225425" cy="25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8" imgW="190500" imgH="215900" progId="Equation.KSEE3">
                  <p:embed/>
                </p:oleObj>
              </mc:Choice>
              <mc:Fallback>
                <p:oleObj name="" r:id="rId38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991870" y="2470150"/>
                        <a:ext cx="225425" cy="253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" name="对象 66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0"/>
            </p:custDataLst>
          </p:nvPr>
        </p:nvGraphicFramePr>
        <p:xfrm>
          <a:off x="2161540" y="2470785"/>
          <a:ext cx="19367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1" imgW="177165" imgH="228600" progId="Equation.KSEE3">
                  <p:embed/>
                </p:oleObj>
              </mc:Choice>
              <mc:Fallback>
                <p:oleObj name="" r:id="rId41" imgW="1771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61540" y="2470785"/>
                        <a:ext cx="193675" cy="247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" name="对象 66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3"/>
            </p:custDataLst>
          </p:nvPr>
        </p:nvGraphicFramePr>
        <p:xfrm>
          <a:off x="3343275" y="2470785"/>
          <a:ext cx="202565" cy="240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44" imgW="190500" imgH="228600" progId="Equation.KSEE3">
                  <p:embed/>
                </p:oleObj>
              </mc:Choice>
              <mc:Fallback>
                <p:oleObj name="" r:id="rId44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3343275" y="2470785"/>
                        <a:ext cx="202565" cy="240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" name="对象 66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6"/>
            </p:custDataLst>
          </p:nvPr>
        </p:nvGraphicFramePr>
        <p:xfrm>
          <a:off x="986790" y="3637915"/>
          <a:ext cx="230505" cy="27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47" imgW="190500" imgH="228600" progId="Equation.KSEE3">
                  <p:embed/>
                </p:oleObj>
              </mc:Choice>
              <mc:Fallback>
                <p:oleObj name="" r:id="rId47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986790" y="3637915"/>
                        <a:ext cx="230505" cy="27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" name="对象 66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2161540" y="3637915"/>
          <a:ext cx="195580" cy="249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50" imgW="177165" imgH="228600" progId="Equation.KSEE3">
                  <p:embed/>
                </p:oleObj>
              </mc:Choice>
              <mc:Fallback>
                <p:oleObj name="" r:id="rId50" imgW="1771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2161540" y="3637915"/>
                        <a:ext cx="195580" cy="249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" name="对象 67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2"/>
            </p:custDataLst>
          </p:nvPr>
        </p:nvGraphicFramePr>
        <p:xfrm>
          <a:off x="3343275" y="3637915"/>
          <a:ext cx="202565" cy="240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53" imgW="190500" imgH="228600" progId="Equation.KSEE3">
                  <p:embed/>
                </p:oleObj>
              </mc:Choice>
              <mc:Fallback>
                <p:oleObj name="" r:id="rId53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343275" y="3637915"/>
                        <a:ext cx="202565" cy="240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" name="对象 67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5"/>
            </p:custDataLst>
          </p:nvPr>
        </p:nvGraphicFramePr>
        <p:xfrm>
          <a:off x="3648710" y="2907030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6" imgW="165100" imgH="228600" progId="Equation.KSEE3">
                  <p:embed/>
                </p:oleObj>
              </mc:Choice>
              <mc:Fallback>
                <p:oleObj name="" r:id="rId56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3648710" y="2907030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" name="对象 67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8"/>
            </p:custDataLst>
          </p:nvPr>
        </p:nvGraphicFramePr>
        <p:xfrm>
          <a:off x="3903345" y="3021330"/>
          <a:ext cx="208915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59" imgW="165100" imgH="215900" progId="Equation.KSEE3">
                  <p:embed/>
                </p:oleObj>
              </mc:Choice>
              <mc:Fallback>
                <p:oleObj name="" r:id="rId59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3903345" y="3021330"/>
                        <a:ext cx="208915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" name="对象 67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1"/>
            </p:custDataLst>
          </p:nvPr>
        </p:nvGraphicFramePr>
        <p:xfrm>
          <a:off x="3670935" y="2486660"/>
          <a:ext cx="214630" cy="29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62" imgW="198120" imgH="277495" progId="Equation.KSEE3">
                  <p:embed/>
                </p:oleObj>
              </mc:Choice>
              <mc:Fallback>
                <p:oleObj name="" r:id="rId62" imgW="198120" imgH="27749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3670935" y="2486660"/>
                        <a:ext cx="214630" cy="297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" name="对象 67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4"/>
            </p:custDataLst>
          </p:nvPr>
        </p:nvGraphicFramePr>
        <p:xfrm>
          <a:off x="2486025" y="1785620"/>
          <a:ext cx="193040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65" imgW="152400" imgH="215900" progId="Equation.KSEE3">
                  <p:embed/>
                </p:oleObj>
              </mc:Choice>
              <mc:Fallback>
                <p:oleObj name="" r:id="rId65" imgW="1524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2486025" y="1785620"/>
                        <a:ext cx="193040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1" name="对象 68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7"/>
            </p:custDataLst>
          </p:nvPr>
        </p:nvGraphicFramePr>
        <p:xfrm>
          <a:off x="2642235" y="1804035"/>
          <a:ext cx="208915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68" imgW="165100" imgH="215900" progId="Equation.KSEE3">
                  <p:embed/>
                </p:oleObj>
              </mc:Choice>
              <mc:Fallback>
                <p:oleObj name="" r:id="rId68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2642235" y="1804035"/>
                        <a:ext cx="208915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3" name="对象 68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0"/>
            </p:custDataLst>
          </p:nvPr>
        </p:nvGraphicFramePr>
        <p:xfrm>
          <a:off x="3606165" y="1804035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71" imgW="165100" imgH="228600" progId="Equation.KSEE3">
                  <p:embed/>
                </p:oleObj>
              </mc:Choice>
              <mc:Fallback>
                <p:oleObj name="" r:id="rId71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3606165" y="1804035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" name="对象 68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3"/>
            </p:custDataLst>
          </p:nvPr>
        </p:nvGraphicFramePr>
        <p:xfrm>
          <a:off x="3756025" y="1554480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74" imgW="165100" imgH="228600" progId="Equation.KSEE3">
                  <p:embed/>
                </p:oleObj>
              </mc:Choice>
              <mc:Fallback>
                <p:oleObj name="" r:id="rId74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3756025" y="1554480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" name="对象 68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6"/>
            </p:custDataLst>
          </p:nvPr>
        </p:nvGraphicFramePr>
        <p:xfrm>
          <a:off x="3902710" y="2155825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77" imgW="165100" imgH="228600" progId="Equation.KSEE3">
                  <p:embed/>
                </p:oleObj>
              </mc:Choice>
              <mc:Fallback>
                <p:oleObj name="" r:id="rId77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3902710" y="2155825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" name="对象 68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9"/>
            </p:custDataLst>
          </p:nvPr>
        </p:nvGraphicFramePr>
        <p:xfrm>
          <a:off x="3144520" y="2877820"/>
          <a:ext cx="176530" cy="22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80" imgW="139700" imgH="177165" progId="Equation.KSEE3">
                  <p:embed/>
                </p:oleObj>
              </mc:Choice>
              <mc:Fallback>
                <p:oleObj name="" r:id="rId80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3144520" y="2877820"/>
                        <a:ext cx="176530" cy="220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1" name="椭圆 690"/>
          <p:cNvSpPr>
            <a:spLocks noChangeAspect="1"/>
          </p:cNvSpPr>
          <p:nvPr>
            <p:custDataLst>
              <p:tags r:id="rId82"/>
            </p:custDataLst>
          </p:nvPr>
        </p:nvSpPr>
        <p:spPr>
          <a:xfrm>
            <a:off x="2891790" y="2047875"/>
            <a:ext cx="1421765" cy="1405255"/>
          </a:xfrm>
          <a:prstGeom prst="ellipse">
            <a:avLst/>
          </a:prstGeom>
          <a:noFill/>
          <a:ln w="63500">
            <a:solidFill>
              <a:srgbClr val="C00000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350"/>
          </a:p>
        </p:txBody>
      </p:sp>
      <p:graphicFrame>
        <p:nvGraphicFramePr>
          <p:cNvPr id="692" name="对象 69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3"/>
            </p:custDataLst>
          </p:nvPr>
        </p:nvGraphicFramePr>
        <p:xfrm>
          <a:off x="1253490" y="2907030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84" imgW="165100" imgH="228600" progId="Equation.KSEE3">
                  <p:embed/>
                </p:oleObj>
              </mc:Choice>
              <mc:Fallback>
                <p:oleObj name="" r:id="rId84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253490" y="2907030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" name="对象 69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6"/>
            </p:custDataLst>
          </p:nvPr>
        </p:nvGraphicFramePr>
        <p:xfrm>
          <a:off x="1577340" y="3099435"/>
          <a:ext cx="25717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87" imgW="203200" imgH="228600" progId="Equation.KSEE3">
                  <p:embed/>
                </p:oleObj>
              </mc:Choice>
              <mc:Fallback>
                <p:oleObj name="" r:id="rId87" imgW="2032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77340" y="3099435"/>
                        <a:ext cx="25717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" name="对象 69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9"/>
            </p:custDataLst>
          </p:nvPr>
        </p:nvGraphicFramePr>
        <p:xfrm>
          <a:off x="1342390" y="1948815"/>
          <a:ext cx="226060" cy="309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90" imgW="165100" imgH="228600" progId="Equation.KSEE3">
                  <p:embed/>
                </p:oleObj>
              </mc:Choice>
              <mc:Fallback>
                <p:oleObj name="" r:id="rId90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1"/>
                      <a:stretch>
                        <a:fillRect/>
                      </a:stretch>
                    </p:blipFill>
                    <p:spPr>
                      <a:xfrm>
                        <a:off x="1342390" y="1948815"/>
                        <a:ext cx="226060" cy="309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" name="对象 69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578475" y="1795145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" r:id="rId92" imgW="177165" imgH="215900" progId="Equation.KSEE3">
                  <p:embed/>
                </p:oleObj>
              </mc:Choice>
              <mc:Fallback>
                <p:oleObj name="" r:id="rId92" imgW="177165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3"/>
                      <a:stretch>
                        <a:fillRect/>
                      </a:stretch>
                    </p:blipFill>
                    <p:spPr>
                      <a:xfrm>
                        <a:off x="5578475" y="1795145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0" name="对象 699">
            <a:hlinkClick r:id="" action="ppaction://ole?verb=0"/>
          </p:cNvPr>
          <p:cNvGraphicFramePr/>
          <p:nvPr/>
        </p:nvGraphicFramePr>
        <p:xfrm>
          <a:off x="6443980" y="1785620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94" imgW="165100" imgH="228600" progId="Equation.KSEE3">
                  <p:embed/>
                </p:oleObj>
              </mc:Choice>
              <mc:Fallback>
                <p:oleObj name="" r:id="rId94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6443980" y="1785620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2" name="对象 701">
            <a:hlinkClick r:id="" action="ppaction://ole?verb=0"/>
          </p:cNvPr>
          <p:cNvGraphicFramePr/>
          <p:nvPr/>
        </p:nvGraphicFramePr>
        <p:xfrm>
          <a:off x="6443980" y="2366010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" r:id="rId96" imgW="152400" imgH="215900" progId="Equation.KSEE3">
                  <p:embed/>
                </p:oleObj>
              </mc:Choice>
              <mc:Fallback>
                <p:oleObj name="" r:id="rId96" imgW="1524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6443980" y="2366010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" name="对象 703">
            <a:hlinkClick r:id="" action="ppaction://ole?verb=0"/>
          </p:cNvPr>
          <p:cNvGraphicFramePr/>
          <p:nvPr/>
        </p:nvGraphicFramePr>
        <p:xfrm>
          <a:off x="6677025" y="2366010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97" imgW="165100" imgH="215900" progId="Equation.KSEE3">
                  <p:embed/>
                </p:oleObj>
              </mc:Choice>
              <mc:Fallback>
                <p:oleObj name="" r:id="rId97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8"/>
                      <a:stretch>
                        <a:fillRect/>
                      </a:stretch>
                    </p:blipFill>
                    <p:spPr>
                      <a:xfrm>
                        <a:off x="6677025" y="2366010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" name="对象 705">
            <a:hlinkClick r:id="" action="ppaction://ole?verb=0"/>
          </p:cNvPr>
          <p:cNvGraphicFramePr/>
          <p:nvPr/>
        </p:nvGraphicFramePr>
        <p:xfrm>
          <a:off x="5578475" y="2376170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" r:id="rId99" imgW="190500" imgH="215900" progId="Equation.KSEE3">
                  <p:embed/>
                </p:oleObj>
              </mc:Choice>
              <mc:Fallback>
                <p:oleObj name="" r:id="rId99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0"/>
                      <a:stretch>
                        <a:fillRect/>
                      </a:stretch>
                    </p:blipFill>
                    <p:spPr>
                      <a:xfrm>
                        <a:off x="5578475" y="2376170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8" name="对象 707">
            <a:hlinkClick r:id="" action="ppaction://ole?verb=0"/>
          </p:cNvPr>
          <p:cNvGraphicFramePr/>
          <p:nvPr/>
        </p:nvGraphicFramePr>
        <p:xfrm>
          <a:off x="5578475" y="2937510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101" imgW="190500" imgH="228600" progId="Equation.KSEE3">
                  <p:embed/>
                </p:oleObj>
              </mc:Choice>
              <mc:Fallback>
                <p:oleObj name="" r:id="rId101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2"/>
                      <a:stretch>
                        <a:fillRect/>
                      </a:stretch>
                    </p:blipFill>
                    <p:spPr>
                      <a:xfrm>
                        <a:off x="5578475" y="2937510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" name="对象 709">
            <a:hlinkClick r:id="" action="ppaction://ole?verb=0"/>
          </p:cNvPr>
          <p:cNvGraphicFramePr/>
          <p:nvPr/>
        </p:nvGraphicFramePr>
        <p:xfrm>
          <a:off x="5578475" y="3493770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103" imgW="190500" imgH="228600" progId="Equation.KSEE3">
                  <p:embed/>
                </p:oleObj>
              </mc:Choice>
              <mc:Fallback>
                <p:oleObj name="" r:id="rId103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4"/>
                      <a:stretch>
                        <a:fillRect/>
                      </a:stretch>
                    </p:blipFill>
                    <p:spPr>
                      <a:xfrm>
                        <a:off x="5578475" y="3493770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" name="对象 711">
            <a:hlinkClick r:id="" action="ppaction://ole?verb=0"/>
          </p:cNvPr>
          <p:cNvGraphicFramePr/>
          <p:nvPr/>
        </p:nvGraphicFramePr>
        <p:xfrm>
          <a:off x="5578475" y="4109720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105" imgW="190500" imgH="228600" progId="Equation.KSEE3">
                  <p:embed/>
                </p:oleObj>
              </mc:Choice>
              <mc:Fallback>
                <p:oleObj name="" r:id="rId105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6"/>
                      <a:stretch>
                        <a:fillRect/>
                      </a:stretch>
                    </p:blipFill>
                    <p:spPr>
                      <a:xfrm>
                        <a:off x="5578475" y="4109720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" name="对象 713">
            <a:hlinkClick r:id="" action="ppaction://ole?verb=0"/>
          </p:cNvPr>
          <p:cNvGraphicFramePr/>
          <p:nvPr/>
        </p:nvGraphicFramePr>
        <p:xfrm>
          <a:off x="6443980" y="2927350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107" imgW="165100" imgH="228600" progId="Equation.KSEE3">
                  <p:embed/>
                </p:oleObj>
              </mc:Choice>
              <mc:Fallback>
                <p:oleObj name="" r:id="rId107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8"/>
                      <a:stretch>
                        <a:fillRect/>
                      </a:stretch>
                    </p:blipFill>
                    <p:spPr>
                      <a:xfrm>
                        <a:off x="6443980" y="2927350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" name="对象 715">
            <a:hlinkClick r:id="" action="ppaction://ole?verb=0"/>
          </p:cNvPr>
          <p:cNvGraphicFramePr/>
          <p:nvPr/>
        </p:nvGraphicFramePr>
        <p:xfrm>
          <a:off x="6677025" y="2927350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109" imgW="165100" imgH="228600" progId="Equation.KSEE3">
                  <p:embed/>
                </p:oleObj>
              </mc:Choice>
              <mc:Fallback>
                <p:oleObj name="" r:id="rId109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10"/>
                      <a:stretch>
                        <a:fillRect/>
                      </a:stretch>
                    </p:blipFill>
                    <p:spPr>
                      <a:xfrm>
                        <a:off x="6677025" y="2927350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" name="对象 717">
            <a:hlinkClick r:id="" action="ppaction://ole?verb=0"/>
          </p:cNvPr>
          <p:cNvGraphicFramePr/>
          <p:nvPr/>
        </p:nvGraphicFramePr>
        <p:xfrm>
          <a:off x="6893560" y="2927350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111" imgW="165100" imgH="228600" progId="Equation.KSEE3">
                  <p:embed/>
                </p:oleObj>
              </mc:Choice>
              <mc:Fallback>
                <p:oleObj name="" r:id="rId111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12"/>
                      <a:stretch>
                        <a:fillRect/>
                      </a:stretch>
                    </p:blipFill>
                    <p:spPr>
                      <a:xfrm>
                        <a:off x="6893560" y="2927350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" name="对象 719">
            <a:hlinkClick r:id="" action="ppaction://ole?verb=0"/>
          </p:cNvPr>
          <p:cNvGraphicFramePr/>
          <p:nvPr/>
        </p:nvGraphicFramePr>
        <p:xfrm>
          <a:off x="6443980" y="3484245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113" imgW="165100" imgH="228600" progId="Equation.KSEE3">
                  <p:embed/>
                </p:oleObj>
              </mc:Choice>
              <mc:Fallback>
                <p:oleObj name="" r:id="rId113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14"/>
                      <a:stretch>
                        <a:fillRect/>
                      </a:stretch>
                    </p:blipFill>
                    <p:spPr>
                      <a:xfrm>
                        <a:off x="6443980" y="3484245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" name="对象 721">
            <a:hlinkClick r:id="" action="ppaction://ole?verb=0"/>
          </p:cNvPr>
          <p:cNvGraphicFramePr/>
          <p:nvPr/>
        </p:nvGraphicFramePr>
        <p:xfrm>
          <a:off x="6677025" y="3484245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15" imgW="203200" imgH="228600" progId="Equation.KSEE3">
                  <p:embed/>
                </p:oleObj>
              </mc:Choice>
              <mc:Fallback>
                <p:oleObj name="" r:id="rId115" imgW="2032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16"/>
                      <a:stretch>
                        <a:fillRect/>
                      </a:stretch>
                    </p:blipFill>
                    <p:spPr>
                      <a:xfrm>
                        <a:off x="6677025" y="3484245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" name="对象 723">
            <a:hlinkClick r:id="" action="ppaction://ole?verb=0"/>
          </p:cNvPr>
          <p:cNvGraphicFramePr/>
          <p:nvPr/>
        </p:nvGraphicFramePr>
        <p:xfrm>
          <a:off x="6443980" y="4098925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117" imgW="165100" imgH="228600" progId="Equation.KSEE3">
                  <p:embed/>
                </p:oleObj>
              </mc:Choice>
              <mc:Fallback>
                <p:oleObj name="" r:id="rId117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18"/>
                      <a:stretch>
                        <a:fillRect/>
                      </a:stretch>
                    </p:blipFill>
                    <p:spPr>
                      <a:xfrm>
                        <a:off x="6443980" y="4098925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6" name="直接箭头连接符 725"/>
          <p:cNvCxnSpPr/>
          <p:nvPr/>
        </p:nvCxnSpPr>
        <p:spPr>
          <a:xfrm>
            <a:off x="5905500" y="1966595"/>
            <a:ext cx="442595" cy="635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27" name="对象 726">
            <a:hlinkClick r:id="" action="ppaction://ole?verb=0"/>
          </p:cNvPr>
          <p:cNvGraphicFramePr/>
          <p:nvPr/>
        </p:nvGraphicFramePr>
        <p:xfrm>
          <a:off x="7427595" y="1795145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119" imgW="177165" imgH="215900" progId="Equation.KSEE3">
                  <p:embed/>
                </p:oleObj>
              </mc:Choice>
              <mc:Fallback>
                <p:oleObj name="" r:id="rId119" imgW="177165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0"/>
                      <a:stretch>
                        <a:fillRect/>
                      </a:stretch>
                    </p:blipFill>
                    <p:spPr>
                      <a:xfrm>
                        <a:off x="7427595" y="1795145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9" name="直接连接符 728"/>
          <p:cNvCxnSpPr/>
          <p:nvPr/>
        </p:nvCxnSpPr>
        <p:spPr>
          <a:xfrm flipH="1">
            <a:off x="7343140" y="1366520"/>
            <a:ext cx="0" cy="3456305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30" name="对象 729">
            <a:hlinkClick r:id="" action="ppaction://ole?verb=0"/>
          </p:cNvPr>
          <p:cNvGraphicFramePr/>
          <p:nvPr/>
        </p:nvGraphicFramePr>
        <p:xfrm>
          <a:off x="7427595" y="2376170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121" imgW="190500" imgH="215900" progId="Equation.KSEE3">
                  <p:embed/>
                </p:oleObj>
              </mc:Choice>
              <mc:Fallback>
                <p:oleObj name="" r:id="rId121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2"/>
                      <a:stretch>
                        <a:fillRect/>
                      </a:stretch>
                    </p:blipFill>
                    <p:spPr>
                      <a:xfrm>
                        <a:off x="7427595" y="2376170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" name="对象 731">
            <a:hlinkClick r:id="" action="ppaction://ole?verb=0"/>
          </p:cNvPr>
          <p:cNvGraphicFramePr/>
          <p:nvPr/>
        </p:nvGraphicFramePr>
        <p:xfrm>
          <a:off x="7427595" y="2955925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123" imgW="190500" imgH="228600" progId="Equation.KSEE3">
                  <p:embed/>
                </p:oleObj>
              </mc:Choice>
              <mc:Fallback>
                <p:oleObj name="" r:id="rId123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4"/>
                      <a:stretch>
                        <a:fillRect/>
                      </a:stretch>
                    </p:blipFill>
                    <p:spPr>
                      <a:xfrm>
                        <a:off x="7427595" y="2955925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" name="对象 733">
            <a:hlinkClick r:id="" action="ppaction://ole?verb=0"/>
          </p:cNvPr>
          <p:cNvGraphicFramePr/>
          <p:nvPr/>
        </p:nvGraphicFramePr>
        <p:xfrm>
          <a:off x="7427595" y="3513455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" r:id="rId125" imgW="190500" imgH="228600" progId="Equation.KSEE3">
                  <p:embed/>
                </p:oleObj>
              </mc:Choice>
              <mc:Fallback>
                <p:oleObj name="" r:id="rId125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6"/>
                      <a:stretch>
                        <a:fillRect/>
                      </a:stretch>
                    </p:blipFill>
                    <p:spPr>
                      <a:xfrm>
                        <a:off x="7427595" y="3513455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" name="对象 735">
            <a:hlinkClick r:id="" action="ppaction://ole?verb=0"/>
          </p:cNvPr>
          <p:cNvGraphicFramePr/>
          <p:nvPr/>
        </p:nvGraphicFramePr>
        <p:xfrm>
          <a:off x="7427595" y="4107815"/>
          <a:ext cx="347345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127" imgW="190500" imgH="228600" progId="Equation.KSEE3">
                  <p:embed/>
                </p:oleObj>
              </mc:Choice>
              <mc:Fallback>
                <p:oleObj name="" r:id="rId127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8"/>
                      <a:stretch>
                        <a:fillRect/>
                      </a:stretch>
                    </p:blipFill>
                    <p:spPr>
                      <a:xfrm>
                        <a:off x="7427595" y="4107815"/>
                        <a:ext cx="347345" cy="342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" name="圆角矩形 737"/>
          <p:cNvSpPr/>
          <p:nvPr/>
        </p:nvSpPr>
        <p:spPr>
          <a:xfrm>
            <a:off x="6379845" y="2395220"/>
            <a:ext cx="833755" cy="30353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sp>
        <p:nvSpPr>
          <p:cNvPr id="739" name="圆角矩形 738"/>
          <p:cNvSpPr/>
          <p:nvPr/>
        </p:nvSpPr>
        <p:spPr>
          <a:xfrm>
            <a:off x="6379845" y="2956560"/>
            <a:ext cx="833755" cy="30353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sp>
        <p:nvSpPr>
          <p:cNvPr id="740" name="圆角矩形 739"/>
          <p:cNvSpPr/>
          <p:nvPr/>
        </p:nvSpPr>
        <p:spPr>
          <a:xfrm>
            <a:off x="6379845" y="3513455"/>
            <a:ext cx="833755" cy="30353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sp>
        <p:nvSpPr>
          <p:cNvPr id="741" name="圆角矩形 740"/>
          <p:cNvSpPr/>
          <p:nvPr/>
        </p:nvSpPr>
        <p:spPr>
          <a:xfrm>
            <a:off x="6379845" y="4128770"/>
            <a:ext cx="833755" cy="30353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cxnSp>
        <p:nvCxnSpPr>
          <p:cNvPr id="742" name="直接箭头连接符 741"/>
          <p:cNvCxnSpPr/>
          <p:nvPr/>
        </p:nvCxnSpPr>
        <p:spPr>
          <a:xfrm>
            <a:off x="5905500" y="2546350"/>
            <a:ext cx="442595" cy="635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3" name="直接箭头连接符 742"/>
          <p:cNvCxnSpPr/>
          <p:nvPr/>
        </p:nvCxnSpPr>
        <p:spPr>
          <a:xfrm>
            <a:off x="5925185" y="3108325"/>
            <a:ext cx="442595" cy="635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4" name="直接箭头连接符 743"/>
          <p:cNvCxnSpPr/>
          <p:nvPr/>
        </p:nvCxnSpPr>
        <p:spPr>
          <a:xfrm>
            <a:off x="5905500" y="3665220"/>
            <a:ext cx="442595" cy="635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5" name="直接箭头连接符 744"/>
          <p:cNvCxnSpPr/>
          <p:nvPr/>
        </p:nvCxnSpPr>
        <p:spPr>
          <a:xfrm>
            <a:off x="5905500" y="4280535"/>
            <a:ext cx="442595" cy="635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46" name="对象 745">
            <a:hlinkClick r:id="" action="ppaction://ole?verb=0"/>
          </p:cNvPr>
          <p:cNvGraphicFramePr/>
          <p:nvPr>
            <p:custDataLst>
              <p:tags r:id="rId129"/>
            </p:custDataLst>
          </p:nvPr>
        </p:nvGraphicFramePr>
        <p:xfrm>
          <a:off x="1375410" y="1725295"/>
          <a:ext cx="273050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130" imgW="177165" imgH="215900" progId="Equation.KSEE3">
                  <p:embed/>
                </p:oleObj>
              </mc:Choice>
              <mc:Fallback>
                <p:oleObj name="" r:id="rId130" imgW="177165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0"/>
                      <a:stretch>
                        <a:fillRect/>
                      </a:stretch>
                    </p:blipFill>
                    <p:spPr>
                      <a:xfrm>
                        <a:off x="1375410" y="1725295"/>
                        <a:ext cx="273050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" name="对象 747">
            <a:hlinkClick r:id="" action="ppaction://ole?verb=0"/>
          </p:cNvPr>
          <p:cNvGraphicFramePr/>
          <p:nvPr>
            <p:custDataLst>
              <p:tags r:id="rId131"/>
            </p:custDataLst>
          </p:nvPr>
        </p:nvGraphicFramePr>
        <p:xfrm>
          <a:off x="2795270" y="1520190"/>
          <a:ext cx="348615" cy="34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132" imgW="190500" imgH="215900" progId="Equation.KSEE3">
                  <p:embed/>
                </p:oleObj>
              </mc:Choice>
              <mc:Fallback>
                <p:oleObj name="" r:id="rId132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2"/>
                      <a:stretch>
                        <a:fillRect/>
                      </a:stretch>
                    </p:blipFill>
                    <p:spPr>
                      <a:xfrm>
                        <a:off x="2795270" y="1520190"/>
                        <a:ext cx="348615" cy="344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" name="对象 749">
            <a:hlinkClick r:id="" action="ppaction://ole?verb=0"/>
          </p:cNvPr>
          <p:cNvGraphicFramePr/>
          <p:nvPr>
            <p:custDataLst>
              <p:tags r:id="rId133"/>
            </p:custDataLst>
          </p:nvPr>
        </p:nvGraphicFramePr>
        <p:xfrm>
          <a:off x="3857625" y="1779270"/>
          <a:ext cx="348615" cy="34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134" imgW="190500" imgH="228600" progId="Equation.KSEE3">
                  <p:embed/>
                </p:oleObj>
              </mc:Choice>
              <mc:Fallback>
                <p:oleObj name="" r:id="rId134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4"/>
                      <a:stretch>
                        <a:fillRect/>
                      </a:stretch>
                    </p:blipFill>
                    <p:spPr>
                      <a:xfrm>
                        <a:off x="3857625" y="1779270"/>
                        <a:ext cx="348615" cy="344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" name="对象 751">
            <a:hlinkClick r:id="" action="ppaction://ole?verb=0"/>
          </p:cNvPr>
          <p:cNvGraphicFramePr/>
          <p:nvPr>
            <p:custDataLst>
              <p:tags r:id="rId135"/>
            </p:custDataLst>
          </p:nvPr>
        </p:nvGraphicFramePr>
        <p:xfrm>
          <a:off x="1649095" y="2602230"/>
          <a:ext cx="348615" cy="34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136" imgW="190500" imgH="228600" progId="Equation.KSEE3">
                  <p:embed/>
                </p:oleObj>
              </mc:Choice>
              <mc:Fallback>
                <p:oleObj name="" r:id="rId136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6"/>
                      <a:stretch>
                        <a:fillRect/>
                      </a:stretch>
                    </p:blipFill>
                    <p:spPr>
                      <a:xfrm>
                        <a:off x="1649095" y="2602230"/>
                        <a:ext cx="348615" cy="344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" name="对象 753">
            <a:hlinkClick r:id="" action="ppaction://ole?verb=0"/>
          </p:cNvPr>
          <p:cNvGraphicFramePr/>
          <p:nvPr>
            <p:custDataLst>
              <p:tags r:id="rId137"/>
            </p:custDataLst>
          </p:nvPr>
        </p:nvGraphicFramePr>
        <p:xfrm>
          <a:off x="3857625" y="2786380"/>
          <a:ext cx="221615" cy="25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" r:id="rId138" imgW="190500" imgH="228600" progId="Equation.KSEE3">
                  <p:embed/>
                </p:oleObj>
              </mc:Choice>
              <mc:Fallback>
                <p:oleObj name="" r:id="rId138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8"/>
                      <a:stretch>
                        <a:fillRect/>
                      </a:stretch>
                    </p:blipFill>
                    <p:spPr>
                      <a:xfrm>
                        <a:off x="3857625" y="2786380"/>
                        <a:ext cx="221615" cy="250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6" name="对象 755">
            <a:hlinkClick r:id="" action="ppaction://ole?verb=0"/>
          </p:cNvPr>
          <p:cNvGraphicFramePr/>
          <p:nvPr>
            <p:custDataLst>
              <p:tags r:id="rId139"/>
            </p:custDataLst>
          </p:nvPr>
        </p:nvGraphicFramePr>
        <p:xfrm>
          <a:off x="6677025" y="4098925"/>
          <a:ext cx="224790" cy="36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" r:id="rId140" imgW="165100" imgH="215900" progId="Equation.KSEE3">
                  <p:embed/>
                </p:oleObj>
              </mc:Choice>
              <mc:Fallback>
                <p:oleObj name="" r:id="rId140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6677025" y="4098925"/>
                        <a:ext cx="224790" cy="36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" name="对象 76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5930" y="5813425"/>
          <a:ext cx="11113135" cy="468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141" imgW="6019800" imgH="254000" progId="Equation.KSEE3">
                  <p:embed/>
                </p:oleObj>
              </mc:Choice>
              <mc:Fallback>
                <p:oleObj name="" r:id="rId141" imgW="6019800" imgH="2540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42"/>
                      <a:stretch>
                        <a:fillRect/>
                      </a:stretch>
                    </p:blipFill>
                    <p:spPr>
                      <a:xfrm>
                        <a:off x="455930" y="5813425"/>
                        <a:ext cx="11113135" cy="468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" name="对象 76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9095" y="1349375"/>
          <a:ext cx="4114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" r:id="rId143" imgW="165100" imgH="165100" progId="Equation.KSEE3">
                  <p:embed/>
                </p:oleObj>
              </mc:Choice>
              <mc:Fallback>
                <p:oleObj name="" r:id="rId143" imgW="165100" imgH="1651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44"/>
                      <a:stretch>
                        <a:fillRect/>
                      </a:stretch>
                    </p:blipFill>
                    <p:spPr>
                      <a:xfrm>
                        <a:off x="379095" y="1349375"/>
                        <a:ext cx="411480" cy="41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7" name="文本框 766"/>
          <p:cNvSpPr txBox="1"/>
          <p:nvPr/>
        </p:nvSpPr>
        <p:spPr>
          <a:xfrm>
            <a:off x="379095" y="4886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Candidate grids:</a:t>
            </a:r>
            <a:endParaRPr lang="en-US" altLang="zh-CN"/>
          </a:p>
        </p:txBody>
      </p:sp>
      <p:graphicFrame>
        <p:nvGraphicFramePr>
          <p:cNvPr id="768" name="对象 76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5930" y="5254625"/>
          <a:ext cx="11736070" cy="42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145" imgW="6731000" imgH="241300" progId="Equation.KSEE3">
                  <p:embed/>
                </p:oleObj>
              </mc:Choice>
              <mc:Fallback>
                <p:oleObj name="" r:id="rId145" imgW="6731000" imgH="241300" progId="Equation.KSEE3">
                  <p:embed/>
                  <p:pic>
                    <p:nvPicPr>
                      <p:cNvPr id="0" name="图片 3074"/>
                      <p:cNvPicPr/>
                      <p:nvPr/>
                    </p:nvPicPr>
                    <p:blipFill>
                      <a:blip r:embed="rId146"/>
                      <a:stretch>
                        <a:fillRect/>
                      </a:stretch>
                    </p:blipFill>
                    <p:spPr>
                      <a:xfrm>
                        <a:off x="455930" y="5254625"/>
                        <a:ext cx="11736070" cy="420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41765" y="4635500"/>
          <a:ext cx="1877060" cy="516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" r:id="rId147" imgW="1016000" imgH="279400" progId="Equation.KSEE3">
                  <p:embed/>
                </p:oleObj>
              </mc:Choice>
              <mc:Fallback>
                <p:oleObj name="" r:id="rId147" imgW="10160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48"/>
                      <a:stretch>
                        <a:fillRect/>
                      </a:stretch>
                    </p:blipFill>
                    <p:spPr>
                      <a:xfrm>
                        <a:off x="9041765" y="4635500"/>
                        <a:ext cx="1877060" cy="516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组合 58"/>
          <p:cNvGrpSpPr/>
          <p:nvPr/>
        </p:nvGrpSpPr>
        <p:grpSpPr>
          <a:xfrm>
            <a:off x="8616950" y="776605"/>
            <a:ext cx="2427605" cy="3718560"/>
            <a:chOff x="3415" y="5280"/>
            <a:chExt cx="5599" cy="11296"/>
          </a:xfrm>
        </p:grpSpPr>
        <p:grpSp>
          <p:nvGrpSpPr>
            <p:cNvPr id="60" name="组合 59"/>
            <p:cNvGrpSpPr/>
            <p:nvPr/>
          </p:nvGrpSpPr>
          <p:grpSpPr>
            <a:xfrm>
              <a:off x="5176" y="6802"/>
              <a:ext cx="1167" cy="9732"/>
              <a:chOff x="1092" y="6802"/>
              <a:chExt cx="1167" cy="9732"/>
            </a:xfrm>
          </p:grpSpPr>
          <p:sp>
            <p:nvSpPr>
              <p:cNvPr id="61" name="平行四边形 60"/>
              <p:cNvSpPr/>
              <p:nvPr/>
            </p:nvSpPr>
            <p:spPr>
              <a:xfrm rot="5400000">
                <a:off x="-3191" y="11085"/>
                <a:ext cx="9733" cy="1166"/>
              </a:xfrm>
              <a:prstGeom prst="parallelogram">
                <a:avLst>
                  <a:gd name="adj" fmla="val 100514"/>
                </a:avLst>
              </a:prstGeom>
              <a:solidFill>
                <a:schemeClr val="bg2"/>
              </a:solidFill>
              <a:ln w="508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2" name="直接连接符 61"/>
              <p:cNvCxnSpPr/>
              <p:nvPr/>
            </p:nvCxnSpPr>
            <p:spPr>
              <a:xfrm>
                <a:off x="1447" y="7192"/>
                <a:ext cx="0" cy="85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>
                <a:off x="1855" y="7576"/>
                <a:ext cx="0" cy="8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>
                <a:off x="1131" y="975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1131" y="1250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/>
            <p:cNvGrpSpPr/>
            <p:nvPr/>
          </p:nvGrpSpPr>
          <p:grpSpPr>
            <a:xfrm>
              <a:off x="4432" y="6802"/>
              <a:ext cx="1167" cy="9732"/>
              <a:chOff x="1092" y="6802"/>
              <a:chExt cx="1167" cy="9732"/>
            </a:xfrm>
          </p:grpSpPr>
          <p:sp>
            <p:nvSpPr>
              <p:cNvPr id="67" name="平行四边形 66"/>
              <p:cNvSpPr/>
              <p:nvPr/>
            </p:nvSpPr>
            <p:spPr>
              <a:xfrm rot="5400000">
                <a:off x="-3191" y="11085"/>
                <a:ext cx="9733" cy="1166"/>
              </a:xfrm>
              <a:prstGeom prst="parallelogram">
                <a:avLst>
                  <a:gd name="adj" fmla="val 100514"/>
                </a:avLst>
              </a:prstGeom>
              <a:solidFill>
                <a:schemeClr val="bg2"/>
              </a:solidFill>
              <a:ln w="508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8" name="直接连接符 67"/>
              <p:cNvCxnSpPr/>
              <p:nvPr/>
            </p:nvCxnSpPr>
            <p:spPr>
              <a:xfrm>
                <a:off x="1447" y="7192"/>
                <a:ext cx="0" cy="85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1855" y="7576"/>
                <a:ext cx="0" cy="8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>
                <a:off x="1131" y="975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1131" y="1250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72" name="对象 7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343" y="10802"/>
            <a:ext cx="1683" cy="7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" name="" r:id="rId149" imgW="177165" imgH="76200" progId="Equation.KSEE3">
                    <p:embed/>
                  </p:oleObj>
                </mc:Choice>
                <mc:Fallback>
                  <p:oleObj name="" r:id="rId149" imgW="177165" imgH="76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50"/>
                        <a:stretch>
                          <a:fillRect/>
                        </a:stretch>
                      </p:blipFill>
                      <p:spPr>
                        <a:xfrm>
                          <a:off x="6343" y="10802"/>
                          <a:ext cx="1683" cy="7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4" name="组合 73"/>
            <p:cNvGrpSpPr/>
            <p:nvPr/>
          </p:nvGrpSpPr>
          <p:grpSpPr>
            <a:xfrm>
              <a:off x="3632" y="6802"/>
              <a:ext cx="1167" cy="9732"/>
              <a:chOff x="1092" y="6802"/>
              <a:chExt cx="1167" cy="9732"/>
            </a:xfrm>
          </p:grpSpPr>
          <p:sp>
            <p:nvSpPr>
              <p:cNvPr id="75" name="平行四边形 74"/>
              <p:cNvSpPr/>
              <p:nvPr/>
            </p:nvSpPr>
            <p:spPr>
              <a:xfrm rot="5400000">
                <a:off x="-3191" y="11085"/>
                <a:ext cx="9733" cy="1166"/>
              </a:xfrm>
              <a:prstGeom prst="parallelogram">
                <a:avLst>
                  <a:gd name="adj" fmla="val 100514"/>
                </a:avLst>
              </a:prstGeom>
              <a:solidFill>
                <a:schemeClr val="bg2"/>
              </a:solidFill>
              <a:ln w="508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>
                <a:off x="1447" y="7192"/>
                <a:ext cx="0" cy="85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1855" y="7576"/>
                <a:ext cx="0" cy="8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1131" y="975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1131" y="1250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/>
            <p:cNvGrpSpPr/>
            <p:nvPr/>
          </p:nvGrpSpPr>
          <p:grpSpPr>
            <a:xfrm>
              <a:off x="7848" y="6844"/>
              <a:ext cx="1167" cy="9732"/>
              <a:chOff x="1092" y="6802"/>
              <a:chExt cx="1167" cy="9732"/>
            </a:xfrm>
          </p:grpSpPr>
          <p:sp>
            <p:nvSpPr>
              <p:cNvPr id="81" name="平行四边形 80"/>
              <p:cNvSpPr/>
              <p:nvPr/>
            </p:nvSpPr>
            <p:spPr>
              <a:xfrm rot="5400000">
                <a:off x="-3191" y="11085"/>
                <a:ext cx="9733" cy="1166"/>
              </a:xfrm>
              <a:prstGeom prst="parallelogram">
                <a:avLst>
                  <a:gd name="adj" fmla="val 100514"/>
                </a:avLst>
              </a:prstGeom>
              <a:solidFill>
                <a:schemeClr val="bg2"/>
              </a:solidFill>
              <a:ln w="508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2" name="直接连接符 81"/>
              <p:cNvCxnSpPr/>
              <p:nvPr/>
            </p:nvCxnSpPr>
            <p:spPr>
              <a:xfrm>
                <a:off x="1447" y="7192"/>
                <a:ext cx="0" cy="854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1855" y="7576"/>
                <a:ext cx="0" cy="8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1131" y="975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1131" y="12500"/>
                <a:ext cx="1128" cy="1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86" name="对象 85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51"/>
              </p:custDataLst>
            </p:nvPr>
          </p:nvGraphicFramePr>
          <p:xfrm>
            <a:off x="3415" y="5280"/>
            <a:ext cx="597" cy="1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" name="" r:id="rId152" imgW="127000" imgH="215900" progId="Equation.KSEE3">
                    <p:embed/>
                  </p:oleObj>
                </mc:Choice>
                <mc:Fallback>
                  <p:oleObj name="" r:id="rId152" imgW="127000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53"/>
                        <a:stretch>
                          <a:fillRect/>
                        </a:stretch>
                      </p:blipFill>
                      <p:spPr>
                        <a:xfrm>
                          <a:off x="3415" y="5280"/>
                          <a:ext cx="597" cy="14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对象 87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54"/>
              </p:custDataLst>
            </p:nvPr>
          </p:nvGraphicFramePr>
          <p:xfrm>
            <a:off x="4274" y="5280"/>
            <a:ext cx="658" cy="1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" name="" r:id="rId155" imgW="139700" imgH="215900" progId="Equation.KSEE3">
                    <p:embed/>
                  </p:oleObj>
                </mc:Choice>
                <mc:Fallback>
                  <p:oleObj name="" r:id="rId155" imgW="139700" imgH="2159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56"/>
                        <a:stretch>
                          <a:fillRect/>
                        </a:stretch>
                      </p:blipFill>
                      <p:spPr>
                        <a:xfrm>
                          <a:off x="4274" y="5280"/>
                          <a:ext cx="658" cy="14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对象 89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57"/>
              </p:custDataLst>
            </p:nvPr>
          </p:nvGraphicFramePr>
          <p:xfrm>
            <a:off x="5215" y="5280"/>
            <a:ext cx="598" cy="1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" name="" r:id="rId158" imgW="127000" imgH="228600" progId="Equation.KSEE3">
                    <p:embed/>
                  </p:oleObj>
                </mc:Choice>
                <mc:Fallback>
                  <p:oleObj name="" r:id="rId158" imgW="127000" imgH="2286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59"/>
                        <a:stretch>
                          <a:fillRect/>
                        </a:stretch>
                      </p:blipFill>
                      <p:spPr>
                        <a:xfrm>
                          <a:off x="5215" y="5280"/>
                          <a:ext cx="598" cy="15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对象 91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60"/>
              </p:custDataLst>
            </p:nvPr>
          </p:nvGraphicFramePr>
          <p:xfrm>
            <a:off x="7849" y="5280"/>
            <a:ext cx="718" cy="1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" name="" r:id="rId161" imgW="152400" imgH="228600" progId="Equation.KSEE3">
                    <p:embed/>
                  </p:oleObj>
                </mc:Choice>
                <mc:Fallback>
                  <p:oleObj name="" r:id="rId161" imgW="152400" imgH="2286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62"/>
                        <a:stretch>
                          <a:fillRect/>
                        </a:stretch>
                      </p:blipFill>
                      <p:spPr>
                        <a:xfrm>
                          <a:off x="7849" y="5280"/>
                          <a:ext cx="718" cy="15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对象 93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166" y="5724"/>
            <a:ext cx="1683" cy="7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" name="" r:id="rId163" imgW="177165" imgH="76200" progId="Equation.KSEE3">
                    <p:embed/>
                  </p:oleObj>
                </mc:Choice>
                <mc:Fallback>
                  <p:oleObj name="" r:id="rId163" imgW="177165" imgH="76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50"/>
                        <a:stretch>
                          <a:fillRect/>
                        </a:stretch>
                      </p:blipFill>
                      <p:spPr>
                        <a:xfrm>
                          <a:off x="6166" y="5724"/>
                          <a:ext cx="1683" cy="7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6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13184">
        <p:fade/>
      </p:transition>
    </mc:Choice>
    <mc:Fallback>
      <p:transition spd="med" advTm="11318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" grpId="0" bldLvl="0" animBg="1"/>
      <p:bldP spid="626" grpId="0" bldLvl="0" animBg="1"/>
      <p:bldP spid="627" grpId="0" bldLvl="0" animBg="1"/>
      <p:bldP spid="634" grpId="0" bldLvl="0" animBg="1"/>
      <p:bldP spid="635" grpId="0" bldLvl="0" animBg="1"/>
      <p:bldP spid="636" grpId="0" bldLvl="0" animBg="1"/>
      <p:bldP spid="638" grpId="0" bldLvl="0" animBg="1"/>
      <p:bldP spid="639" grpId="0" bldLvl="0" animBg="1"/>
      <p:bldP spid="640" grpId="0" bldLvl="0" animBg="1"/>
      <p:bldP spid="641" grpId="0" bldLvl="0" animBg="1"/>
      <p:bldP spid="630" grpId="0" bldLvl="0" animBg="1"/>
      <p:bldP spid="631" grpId="0" bldLvl="0" animBg="1"/>
      <p:bldP spid="632" grpId="0" bldLvl="0" animBg="1"/>
      <p:bldP spid="642" grpId="0" bldLvl="0" animBg="1"/>
      <p:bldP spid="644" grpId="0" bldLvl="0" animBg="1"/>
      <p:bldP spid="645" grpId="0" bldLvl="0" animBg="1"/>
      <p:bldP spid="646" grpId="0" bldLvl="0" animBg="1"/>
      <p:bldP spid="648" grpId="0"/>
      <p:bldP spid="649" grpId="0" bldLvl="0" animBg="1"/>
      <p:bldP spid="650" grpId="0"/>
      <p:bldP spid="651" grpId="0" bldLvl="0" animBg="1"/>
      <p:bldP spid="652" grpId="0" bldLvl="0" animBg="1"/>
      <p:bldP spid="653" grpId="0" bldLvl="0" animBg="1"/>
      <p:bldP spid="654" grpId="0" bldLvl="0" animBg="1"/>
      <p:bldP spid="691" grpId="0" bldLvl="0" animBg="1"/>
      <p:bldP spid="738" grpId="0" bldLvl="0" animBg="1"/>
      <p:bldP spid="739" grpId="0" bldLvl="0" animBg="1"/>
      <p:bldP spid="740" grpId="0" bldLvl="0" animBg="1"/>
      <p:bldP spid="741" grpId="0" bldLvl="0" animBg="1"/>
      <p:bldP spid="7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77815" y="254000"/>
            <a:ext cx="6825615" cy="23177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50863" y="82550"/>
            <a:ext cx="4566284" cy="583565"/>
            <a:chOff x="551544" y="82976"/>
            <a:chExt cx="4564587" cy="582556"/>
          </a:xfrm>
        </p:grpSpPr>
        <p:sp>
          <p:nvSpPr>
            <p:cNvPr id="8" name="文本框 7"/>
            <p:cNvSpPr txBox="1">
              <a:spLocks noChangeArrowheads="1"/>
            </p:cNvSpPr>
            <p:nvPr/>
          </p:nvSpPr>
          <p:spPr bwMode="auto">
            <a:xfrm>
              <a:off x="1292948" y="115305"/>
              <a:ext cx="3823183" cy="427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Optimzied - </a:t>
              </a:r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MLCEQ+</a:t>
              </a:r>
              <a:endParaRPr lang="zh-CN" altLang="en-US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51544" y="82976"/>
              <a:ext cx="723631" cy="5825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03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620" name="组合 619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72820" y="1349375"/>
            <a:ext cx="3522345" cy="3481070"/>
            <a:chOff x="3402" y="340"/>
            <a:chExt cx="10205" cy="10205"/>
          </a:xfrm>
        </p:grpSpPr>
        <p:sp>
          <p:nvSpPr>
            <p:cNvPr id="621" name="矩形 620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3402" y="340"/>
              <a:ext cx="10205" cy="10205"/>
            </a:xfrm>
            <a:prstGeom prst="rect">
              <a:avLst/>
            </a:prstGeom>
            <a:noFill/>
            <a:ln w="635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622" name="直接连接符 621"/>
            <p:cNvCxnSpPr/>
            <p:nvPr>
              <p:custDataLst>
                <p:tags r:id="rId3"/>
              </p:custDataLst>
            </p:nvPr>
          </p:nvCxnSpPr>
          <p:spPr>
            <a:xfrm>
              <a:off x="3402" y="3742"/>
              <a:ext cx="1020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3" name="直接连接符 622"/>
            <p:cNvCxnSpPr/>
            <p:nvPr>
              <p:custDataLst>
                <p:tags r:id="rId4"/>
              </p:custDataLst>
            </p:nvPr>
          </p:nvCxnSpPr>
          <p:spPr>
            <a:xfrm>
              <a:off x="3402" y="7143"/>
              <a:ext cx="1020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4" name="直接连接符 623"/>
            <p:cNvCxnSpPr/>
            <p:nvPr>
              <p:custDataLst>
                <p:tags r:id="rId5"/>
              </p:custDataLst>
            </p:nvPr>
          </p:nvCxnSpPr>
          <p:spPr>
            <a:xfrm>
              <a:off x="6803" y="340"/>
              <a:ext cx="0" cy="1020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5" name="直接连接符 624"/>
            <p:cNvCxnSpPr/>
            <p:nvPr>
              <p:custDataLst>
                <p:tags r:id="rId6"/>
              </p:custDataLst>
            </p:nvPr>
          </p:nvCxnSpPr>
          <p:spPr>
            <a:xfrm>
              <a:off x="10205" y="340"/>
              <a:ext cx="0" cy="1020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26" name="矩形 625"/>
          <p:cNvSpPr/>
          <p:nvPr>
            <p:custDataLst>
              <p:tags r:id="rId7"/>
            </p:custDataLst>
          </p:nvPr>
        </p:nvSpPr>
        <p:spPr>
          <a:xfrm>
            <a:off x="1253490" y="2008505"/>
            <a:ext cx="88265" cy="91440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30"/>
          </a:p>
        </p:txBody>
      </p:sp>
      <p:sp>
        <p:nvSpPr>
          <p:cNvPr id="627" name="椭圆 62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545840" y="2671445"/>
            <a:ext cx="114300" cy="11239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628" name="直接连接符 627"/>
          <p:cNvCxnSpPr>
            <a:stCxn id="691" idx="3"/>
          </p:cNvCxnSpPr>
          <p:nvPr>
            <p:custDataLst>
              <p:tags r:id="rId9"/>
            </p:custDataLst>
          </p:nvPr>
        </p:nvCxnSpPr>
        <p:spPr>
          <a:xfrm flipV="1">
            <a:off x="3100070" y="2724785"/>
            <a:ext cx="507365" cy="522605"/>
          </a:xfrm>
          <a:prstGeom prst="line">
            <a:avLst/>
          </a:prstGeom>
          <a:ln w="635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4" name="矩形 633"/>
          <p:cNvSpPr/>
          <p:nvPr>
            <p:custDataLst>
              <p:tags r:id="rId10"/>
            </p:custDataLst>
          </p:nvPr>
        </p:nvSpPr>
        <p:spPr>
          <a:xfrm>
            <a:off x="3572510" y="2974340"/>
            <a:ext cx="340360" cy="187325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35" name="椭圆 634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3572510" y="2973705"/>
            <a:ext cx="68580" cy="628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6" name="椭圆 635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844290" y="3098800"/>
            <a:ext cx="68580" cy="628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8" name="矩形 637"/>
          <p:cNvSpPr/>
          <p:nvPr>
            <p:custDataLst>
              <p:tags r:id="rId13"/>
            </p:custDataLst>
          </p:nvPr>
        </p:nvSpPr>
        <p:spPr>
          <a:xfrm>
            <a:off x="3555365" y="1609725"/>
            <a:ext cx="632460" cy="810260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39" name="椭圆 638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950335" y="1617980"/>
            <a:ext cx="75565" cy="723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0" name="椭圆 639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3552825" y="2054860"/>
            <a:ext cx="75565" cy="723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1" name="椭圆 640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4112260" y="2347595"/>
            <a:ext cx="75565" cy="723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0" name="矩形 629"/>
          <p:cNvSpPr/>
          <p:nvPr>
            <p:custDataLst>
              <p:tags r:id="rId17"/>
            </p:custDataLst>
          </p:nvPr>
        </p:nvSpPr>
        <p:spPr>
          <a:xfrm>
            <a:off x="2424430" y="1804670"/>
            <a:ext cx="495935" cy="255270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31" name="椭圆 630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2424430" y="1804035"/>
            <a:ext cx="61595" cy="6096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32" name="椭圆 631"/>
          <p:cNvSpPr>
            <a:spLocks noChangeAspect="1"/>
          </p:cNvSpPr>
          <p:nvPr>
            <p:custDataLst>
              <p:tags r:id="rId19"/>
            </p:custDataLst>
          </p:nvPr>
        </p:nvSpPr>
        <p:spPr>
          <a:xfrm>
            <a:off x="2851150" y="1998980"/>
            <a:ext cx="61595" cy="6096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2" name="椭圆 641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1269365" y="2023110"/>
            <a:ext cx="59055" cy="596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4" name="矩形 643"/>
          <p:cNvSpPr/>
          <p:nvPr>
            <p:custDataLst>
              <p:tags r:id="rId21"/>
            </p:custDataLst>
          </p:nvPr>
        </p:nvSpPr>
        <p:spPr>
          <a:xfrm>
            <a:off x="1218565" y="2961640"/>
            <a:ext cx="652145" cy="396875"/>
          </a:xfrm>
          <a:prstGeom prst="rect">
            <a:avLst/>
          </a:prstGeom>
          <a:solidFill>
            <a:srgbClr val="BEBEBE">
              <a:alpha val="50000"/>
            </a:srgbClr>
          </a:solidFill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45" name="椭圆 644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>
            <a:off x="1218565" y="2961640"/>
            <a:ext cx="59055" cy="596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6" name="椭圆 645"/>
          <p:cNvSpPr>
            <a:spLocks noChangeAspect="1"/>
          </p:cNvSpPr>
          <p:nvPr>
            <p:custDataLst>
              <p:tags r:id="rId23"/>
            </p:custDataLst>
          </p:nvPr>
        </p:nvSpPr>
        <p:spPr>
          <a:xfrm>
            <a:off x="1811655" y="3298825"/>
            <a:ext cx="59055" cy="5969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48" name="文本框 647"/>
          <p:cNvSpPr txBox="1"/>
          <p:nvPr>
            <p:custDataLst>
              <p:tags r:id="rId24"/>
            </p:custDataLst>
          </p:nvPr>
        </p:nvSpPr>
        <p:spPr>
          <a:xfrm>
            <a:off x="766445" y="873125"/>
            <a:ext cx="2016125" cy="288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/>
              <a:t>:moving objects</a:t>
            </a:r>
            <a:endParaRPr lang="en-US" altLang="zh-CN" sz="2000" b="1"/>
          </a:p>
        </p:txBody>
      </p:sp>
      <p:sp>
        <p:nvSpPr>
          <p:cNvPr id="649" name="椭圆 648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>
            <a:off x="568325" y="1009015"/>
            <a:ext cx="154305" cy="1530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50" name="文本框 649"/>
          <p:cNvSpPr txBox="1"/>
          <p:nvPr>
            <p:custDataLst>
              <p:tags r:id="rId26"/>
            </p:custDataLst>
          </p:nvPr>
        </p:nvSpPr>
        <p:spPr>
          <a:xfrm>
            <a:off x="2922905" y="873125"/>
            <a:ext cx="204597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/>
              <a:t>:contact sources</a:t>
            </a:r>
            <a:endParaRPr lang="en-US" altLang="zh-CN" sz="2000" b="1"/>
          </a:p>
        </p:txBody>
      </p:sp>
      <p:sp>
        <p:nvSpPr>
          <p:cNvPr id="651" name="椭圆 650"/>
          <p:cNvSpPr>
            <a:spLocks noChangeAspect="1"/>
          </p:cNvSpPr>
          <p:nvPr>
            <p:custDataLst>
              <p:tags r:id="rId27"/>
            </p:custDataLst>
          </p:nvPr>
        </p:nvSpPr>
        <p:spPr>
          <a:xfrm>
            <a:off x="2818765" y="1009015"/>
            <a:ext cx="154940" cy="15303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aphicFrame>
        <p:nvGraphicFramePr>
          <p:cNvPr id="655" name="对象 65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972820" y="1315720"/>
          <a:ext cx="215265" cy="277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9" imgW="165100" imgH="215900" progId="Equation.KSEE3">
                  <p:embed/>
                </p:oleObj>
              </mc:Choice>
              <mc:Fallback>
                <p:oleObj name="" r:id="rId29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72820" y="1315720"/>
                        <a:ext cx="215265" cy="277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" name="对象 65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2161540" y="1315720"/>
          <a:ext cx="2381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2" imgW="190500" imgH="215900" progId="Equation.KSEE3">
                  <p:embed/>
                </p:oleObj>
              </mc:Choice>
              <mc:Fallback>
                <p:oleObj name="" r:id="rId32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161540" y="1315720"/>
                        <a:ext cx="238125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" name="对象 65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4"/>
            </p:custDataLst>
          </p:nvPr>
        </p:nvGraphicFramePr>
        <p:xfrm>
          <a:off x="3335020" y="1324610"/>
          <a:ext cx="210820" cy="268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5" imgW="177165" imgH="228600" progId="Equation.KSEE3">
                  <p:embed/>
                </p:oleObj>
              </mc:Choice>
              <mc:Fallback>
                <p:oleObj name="" r:id="rId35" imgW="1771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335020" y="1324610"/>
                        <a:ext cx="210820" cy="268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" name="对象 66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7"/>
            </p:custDataLst>
          </p:nvPr>
        </p:nvGraphicFramePr>
        <p:xfrm>
          <a:off x="991870" y="2470150"/>
          <a:ext cx="225425" cy="25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8" imgW="190500" imgH="215900" progId="Equation.KSEE3">
                  <p:embed/>
                </p:oleObj>
              </mc:Choice>
              <mc:Fallback>
                <p:oleObj name="" r:id="rId38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991870" y="2470150"/>
                        <a:ext cx="225425" cy="253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" name="对象 66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0"/>
            </p:custDataLst>
          </p:nvPr>
        </p:nvGraphicFramePr>
        <p:xfrm>
          <a:off x="2161540" y="2470785"/>
          <a:ext cx="193675" cy="247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1" imgW="177165" imgH="228600" progId="Equation.KSEE3">
                  <p:embed/>
                </p:oleObj>
              </mc:Choice>
              <mc:Fallback>
                <p:oleObj name="" r:id="rId41" imgW="1771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61540" y="2470785"/>
                        <a:ext cx="193675" cy="247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" name="对象 66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3"/>
            </p:custDataLst>
          </p:nvPr>
        </p:nvGraphicFramePr>
        <p:xfrm>
          <a:off x="3343275" y="2470785"/>
          <a:ext cx="202565" cy="240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44" imgW="190500" imgH="228600" progId="Equation.KSEE3">
                  <p:embed/>
                </p:oleObj>
              </mc:Choice>
              <mc:Fallback>
                <p:oleObj name="" r:id="rId44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3343275" y="2470785"/>
                        <a:ext cx="202565" cy="240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" name="对象 66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6"/>
            </p:custDataLst>
          </p:nvPr>
        </p:nvGraphicFramePr>
        <p:xfrm>
          <a:off x="986790" y="3637915"/>
          <a:ext cx="230505" cy="27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47" imgW="190500" imgH="228600" progId="Equation.KSEE3">
                  <p:embed/>
                </p:oleObj>
              </mc:Choice>
              <mc:Fallback>
                <p:oleObj name="" r:id="rId47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986790" y="3637915"/>
                        <a:ext cx="230505" cy="27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" name="对象 66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2161540" y="3637915"/>
          <a:ext cx="195580" cy="249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50" imgW="177165" imgH="228600" progId="Equation.KSEE3">
                  <p:embed/>
                </p:oleObj>
              </mc:Choice>
              <mc:Fallback>
                <p:oleObj name="" r:id="rId50" imgW="1771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2161540" y="3637915"/>
                        <a:ext cx="195580" cy="249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" name="对象 67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2"/>
            </p:custDataLst>
          </p:nvPr>
        </p:nvGraphicFramePr>
        <p:xfrm>
          <a:off x="3343275" y="3637915"/>
          <a:ext cx="202565" cy="240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53" imgW="190500" imgH="228600" progId="Equation.KSEE3">
                  <p:embed/>
                </p:oleObj>
              </mc:Choice>
              <mc:Fallback>
                <p:oleObj name="" r:id="rId53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343275" y="3637915"/>
                        <a:ext cx="202565" cy="240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3" name="对象 67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5"/>
            </p:custDataLst>
          </p:nvPr>
        </p:nvGraphicFramePr>
        <p:xfrm>
          <a:off x="3648710" y="2907030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6" imgW="165100" imgH="228600" progId="Equation.KSEE3">
                  <p:embed/>
                </p:oleObj>
              </mc:Choice>
              <mc:Fallback>
                <p:oleObj name="" r:id="rId56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3648710" y="2907030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" name="对象 67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8"/>
            </p:custDataLst>
          </p:nvPr>
        </p:nvGraphicFramePr>
        <p:xfrm>
          <a:off x="3903345" y="3021330"/>
          <a:ext cx="208915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59" imgW="165100" imgH="215900" progId="Equation.KSEE3">
                  <p:embed/>
                </p:oleObj>
              </mc:Choice>
              <mc:Fallback>
                <p:oleObj name="" r:id="rId59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3903345" y="3021330"/>
                        <a:ext cx="208915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" name="对象 67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1"/>
            </p:custDataLst>
          </p:nvPr>
        </p:nvGraphicFramePr>
        <p:xfrm>
          <a:off x="3670935" y="2486660"/>
          <a:ext cx="214630" cy="29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62" imgW="198120" imgH="277495" progId="Equation.KSEE3">
                  <p:embed/>
                </p:oleObj>
              </mc:Choice>
              <mc:Fallback>
                <p:oleObj name="" r:id="rId62" imgW="198120" imgH="27749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3670935" y="2486660"/>
                        <a:ext cx="214630" cy="297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" name="对象 67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4"/>
            </p:custDataLst>
          </p:nvPr>
        </p:nvGraphicFramePr>
        <p:xfrm>
          <a:off x="2486025" y="1785620"/>
          <a:ext cx="193040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65" imgW="152400" imgH="215900" progId="Equation.KSEE3">
                  <p:embed/>
                </p:oleObj>
              </mc:Choice>
              <mc:Fallback>
                <p:oleObj name="" r:id="rId65" imgW="1524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2486025" y="1785620"/>
                        <a:ext cx="193040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1" name="对象 68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7"/>
            </p:custDataLst>
          </p:nvPr>
        </p:nvGraphicFramePr>
        <p:xfrm>
          <a:off x="2642235" y="1804035"/>
          <a:ext cx="208915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68" imgW="165100" imgH="215900" progId="Equation.KSEE3">
                  <p:embed/>
                </p:oleObj>
              </mc:Choice>
              <mc:Fallback>
                <p:oleObj name="" r:id="rId68" imgW="1651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2642235" y="1804035"/>
                        <a:ext cx="208915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3" name="对象 68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0"/>
            </p:custDataLst>
          </p:nvPr>
        </p:nvGraphicFramePr>
        <p:xfrm>
          <a:off x="3606165" y="1804035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71" imgW="165100" imgH="228600" progId="Equation.KSEE3">
                  <p:embed/>
                </p:oleObj>
              </mc:Choice>
              <mc:Fallback>
                <p:oleObj name="" r:id="rId71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3606165" y="1804035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" name="对象 68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3"/>
            </p:custDataLst>
          </p:nvPr>
        </p:nvGraphicFramePr>
        <p:xfrm>
          <a:off x="3756025" y="1554480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74" imgW="165100" imgH="228600" progId="Equation.KSEE3">
                  <p:embed/>
                </p:oleObj>
              </mc:Choice>
              <mc:Fallback>
                <p:oleObj name="" r:id="rId74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3756025" y="1554480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" name="对象 68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6"/>
            </p:custDataLst>
          </p:nvPr>
        </p:nvGraphicFramePr>
        <p:xfrm>
          <a:off x="3902710" y="2155825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77" imgW="165100" imgH="228600" progId="Equation.KSEE3">
                  <p:embed/>
                </p:oleObj>
              </mc:Choice>
              <mc:Fallback>
                <p:oleObj name="" r:id="rId77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3902710" y="2155825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" name="对象 68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9"/>
            </p:custDataLst>
          </p:nvPr>
        </p:nvGraphicFramePr>
        <p:xfrm>
          <a:off x="3144520" y="2877820"/>
          <a:ext cx="176530" cy="22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80" imgW="139700" imgH="177165" progId="Equation.KSEE3">
                  <p:embed/>
                </p:oleObj>
              </mc:Choice>
              <mc:Fallback>
                <p:oleObj name="" r:id="rId80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3144520" y="2877820"/>
                        <a:ext cx="176530" cy="220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1" name="椭圆 690"/>
          <p:cNvSpPr>
            <a:spLocks noChangeAspect="1"/>
          </p:cNvSpPr>
          <p:nvPr>
            <p:custDataLst>
              <p:tags r:id="rId82"/>
            </p:custDataLst>
          </p:nvPr>
        </p:nvSpPr>
        <p:spPr>
          <a:xfrm>
            <a:off x="2891790" y="2047875"/>
            <a:ext cx="1421765" cy="1405255"/>
          </a:xfrm>
          <a:prstGeom prst="ellipse">
            <a:avLst/>
          </a:prstGeom>
          <a:noFill/>
          <a:ln w="63500">
            <a:solidFill>
              <a:srgbClr val="C00000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350"/>
          </a:p>
        </p:txBody>
      </p:sp>
      <p:graphicFrame>
        <p:nvGraphicFramePr>
          <p:cNvPr id="692" name="对象 69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3"/>
            </p:custDataLst>
          </p:nvPr>
        </p:nvGraphicFramePr>
        <p:xfrm>
          <a:off x="1253490" y="2907030"/>
          <a:ext cx="20891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84" imgW="165100" imgH="228600" progId="Equation.KSEE3">
                  <p:embed/>
                </p:oleObj>
              </mc:Choice>
              <mc:Fallback>
                <p:oleObj name="" r:id="rId84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253490" y="2907030"/>
                        <a:ext cx="20891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" name="对象 69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6"/>
            </p:custDataLst>
          </p:nvPr>
        </p:nvGraphicFramePr>
        <p:xfrm>
          <a:off x="1577340" y="3099435"/>
          <a:ext cx="257175" cy="2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87" imgW="203200" imgH="228600" progId="Equation.KSEE3">
                  <p:embed/>
                </p:oleObj>
              </mc:Choice>
              <mc:Fallback>
                <p:oleObj name="" r:id="rId87" imgW="2032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77340" y="3099435"/>
                        <a:ext cx="257175" cy="28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" name="对象 69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9"/>
            </p:custDataLst>
          </p:nvPr>
        </p:nvGraphicFramePr>
        <p:xfrm>
          <a:off x="1342390" y="1948815"/>
          <a:ext cx="226060" cy="309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90" imgW="165100" imgH="228600" progId="Equation.KSEE3">
                  <p:embed/>
                </p:oleObj>
              </mc:Choice>
              <mc:Fallback>
                <p:oleObj name="" r:id="rId90" imgW="1651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1"/>
                      <a:stretch>
                        <a:fillRect/>
                      </a:stretch>
                    </p:blipFill>
                    <p:spPr>
                      <a:xfrm>
                        <a:off x="1342390" y="1948815"/>
                        <a:ext cx="226060" cy="309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" name="对象 745">
            <a:hlinkClick r:id="" action="ppaction://ole?verb=0"/>
          </p:cNvPr>
          <p:cNvGraphicFramePr/>
          <p:nvPr>
            <p:custDataLst>
              <p:tags r:id="rId92"/>
            </p:custDataLst>
          </p:nvPr>
        </p:nvGraphicFramePr>
        <p:xfrm>
          <a:off x="1375410" y="1725295"/>
          <a:ext cx="273050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" r:id="rId93" imgW="177165" imgH="215900" progId="Equation.KSEE3">
                  <p:embed/>
                </p:oleObj>
              </mc:Choice>
              <mc:Fallback>
                <p:oleObj name="" r:id="rId93" imgW="177165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4"/>
                      <a:stretch>
                        <a:fillRect/>
                      </a:stretch>
                    </p:blipFill>
                    <p:spPr>
                      <a:xfrm>
                        <a:off x="1375410" y="1725295"/>
                        <a:ext cx="273050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" name="对象 747">
            <a:hlinkClick r:id="" action="ppaction://ole?verb=0"/>
          </p:cNvPr>
          <p:cNvGraphicFramePr/>
          <p:nvPr>
            <p:custDataLst>
              <p:tags r:id="rId95"/>
            </p:custDataLst>
          </p:nvPr>
        </p:nvGraphicFramePr>
        <p:xfrm>
          <a:off x="2795270" y="1520190"/>
          <a:ext cx="348615" cy="34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96" imgW="190500" imgH="215900" progId="Equation.KSEE3">
                  <p:embed/>
                </p:oleObj>
              </mc:Choice>
              <mc:Fallback>
                <p:oleObj name="" r:id="rId96" imgW="1905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2795270" y="1520190"/>
                        <a:ext cx="348615" cy="344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" name="对象 749">
            <a:hlinkClick r:id="" action="ppaction://ole?verb=0"/>
          </p:cNvPr>
          <p:cNvGraphicFramePr/>
          <p:nvPr>
            <p:custDataLst>
              <p:tags r:id="rId98"/>
            </p:custDataLst>
          </p:nvPr>
        </p:nvGraphicFramePr>
        <p:xfrm>
          <a:off x="3857625" y="1779270"/>
          <a:ext cx="348615" cy="34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" r:id="rId99" imgW="190500" imgH="228600" progId="Equation.KSEE3">
                  <p:embed/>
                </p:oleObj>
              </mc:Choice>
              <mc:Fallback>
                <p:oleObj name="" r:id="rId99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0"/>
                      <a:stretch>
                        <a:fillRect/>
                      </a:stretch>
                    </p:blipFill>
                    <p:spPr>
                      <a:xfrm>
                        <a:off x="3857625" y="1779270"/>
                        <a:ext cx="348615" cy="344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" name="对象 751">
            <a:hlinkClick r:id="" action="ppaction://ole?verb=0"/>
          </p:cNvPr>
          <p:cNvGraphicFramePr/>
          <p:nvPr>
            <p:custDataLst>
              <p:tags r:id="rId101"/>
            </p:custDataLst>
          </p:nvPr>
        </p:nvGraphicFramePr>
        <p:xfrm>
          <a:off x="1649095" y="2602230"/>
          <a:ext cx="348615" cy="34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102" imgW="190500" imgH="228600" progId="Equation.KSEE3">
                  <p:embed/>
                </p:oleObj>
              </mc:Choice>
              <mc:Fallback>
                <p:oleObj name="" r:id="rId102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3"/>
                      <a:stretch>
                        <a:fillRect/>
                      </a:stretch>
                    </p:blipFill>
                    <p:spPr>
                      <a:xfrm>
                        <a:off x="1649095" y="2602230"/>
                        <a:ext cx="348615" cy="344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" name="对象 753">
            <a:hlinkClick r:id="" action="ppaction://ole?verb=0"/>
          </p:cNvPr>
          <p:cNvGraphicFramePr/>
          <p:nvPr>
            <p:custDataLst>
              <p:tags r:id="rId104"/>
            </p:custDataLst>
          </p:nvPr>
        </p:nvGraphicFramePr>
        <p:xfrm>
          <a:off x="3857625" y="2786380"/>
          <a:ext cx="221615" cy="25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" r:id="rId105" imgW="190500" imgH="228600" progId="Equation.KSEE3">
                  <p:embed/>
                </p:oleObj>
              </mc:Choice>
              <mc:Fallback>
                <p:oleObj name="" r:id="rId105" imgW="1905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6"/>
                      <a:stretch>
                        <a:fillRect/>
                      </a:stretch>
                    </p:blipFill>
                    <p:spPr>
                      <a:xfrm>
                        <a:off x="3857625" y="2786380"/>
                        <a:ext cx="221615" cy="250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" name="对象 76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9095" y="1349375"/>
          <a:ext cx="4114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107" imgW="165100" imgH="165100" progId="Equation.KSEE3">
                  <p:embed/>
                </p:oleObj>
              </mc:Choice>
              <mc:Fallback>
                <p:oleObj name="" r:id="rId107" imgW="165100" imgH="1651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08"/>
                      <a:stretch>
                        <a:fillRect/>
                      </a:stretch>
                    </p:blipFill>
                    <p:spPr>
                      <a:xfrm>
                        <a:off x="379095" y="1349375"/>
                        <a:ext cx="411480" cy="41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5377815" y="947420"/>
            <a:ext cx="6560820" cy="424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</a:rPr>
              <a:t>In MLCEQ,  we have to do a dist() for every object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</a:rPr>
              <a:t>With MBR: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</a:rPr>
              <a:t>Cheap circle–MBR test (O (1)):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000" dirty="0">
                <a:effectLst/>
                <a:sym typeface="+mn-ea"/>
              </a:rPr>
              <a:t>does the circle hit this grid’s MBR or not?</a:t>
            </a:r>
            <a:endParaRPr lang="en-US" altLang="zh-CN" sz="2000" dirty="0">
              <a:effectLst/>
              <a:sym typeface="+mn-ea"/>
            </a:endParaRPr>
          </a:p>
          <a:p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</a:rPr>
              <a:t>MBR ⊂ contact circle  ⇒  all objects in Au have a contact at time t(R6)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</a:rPr>
              <a:t>MBR ∩ contact circle = </a:t>
            </a:r>
            <a:r>
              <a:rPr lang="en-US" altLang="zh-CN" sz="2400">
                <a:latin typeface="Times New Roman" panose="02020503050405090304" pitchFamily="18" charset="0"/>
                <a:cs typeface="Times New Roman" panose="02020503050405090304" pitchFamily="18" charset="0"/>
              </a:rPr>
              <a:t>∅</a:t>
            </a:r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</a:rPr>
              <a:t>  ⇒  prune the entire grid(R2)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000">
                <a:latin typeface="Times New Roman" panose="02020503050405090304" pitchFamily="18" charset="0"/>
                <a:cs typeface="Times New Roman" panose="02020503050405090304" pitchFamily="18" charset="0"/>
              </a:rPr>
              <a:t>otherwise  ⇒  compute dist() only for objects inside overlap(R3)</a:t>
            </a:r>
            <a:endParaRPr lang="en-US" altLang="zh-C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177"/>
    </mc:Choice>
    <mc:Fallback>
      <p:transition spd="slow" advTm="10617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77815" y="254000"/>
            <a:ext cx="6825615" cy="23177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50863" y="82550"/>
            <a:ext cx="4566284" cy="583565"/>
            <a:chOff x="551544" y="82976"/>
            <a:chExt cx="4564587" cy="582556"/>
          </a:xfrm>
        </p:grpSpPr>
        <p:sp>
          <p:nvSpPr>
            <p:cNvPr id="8" name="文本框 7"/>
            <p:cNvSpPr txBox="1">
              <a:spLocks noChangeArrowheads="1"/>
            </p:cNvSpPr>
            <p:nvPr/>
          </p:nvSpPr>
          <p:spPr bwMode="auto">
            <a:xfrm>
              <a:off x="1292948" y="115305"/>
              <a:ext cx="3823183" cy="427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Optimzied - </a:t>
              </a:r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MLCEQ+</a:t>
              </a:r>
              <a:endParaRPr lang="zh-CN" altLang="en-US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2400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24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51544" y="82976"/>
              <a:ext cx="723631" cy="5825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03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72464" r="4246" b="-866"/>
          <a:stretch>
            <a:fillRect/>
          </a:stretch>
        </p:blipFill>
        <p:spPr>
          <a:xfrm>
            <a:off x="1366511" y="3552704"/>
            <a:ext cx="6277878" cy="619418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" r="4088" b="48220"/>
          <a:stretch>
            <a:fillRect/>
          </a:stretch>
        </p:blipFill>
        <p:spPr>
          <a:xfrm>
            <a:off x="1293005" y="1406210"/>
            <a:ext cx="6392892" cy="1130884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48" y="1507826"/>
            <a:ext cx="448436" cy="449594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69" y="2083890"/>
            <a:ext cx="448436" cy="449594"/>
          </a:xfrm>
          <a:prstGeom prst="rect">
            <a:avLst/>
          </a:prstGeom>
        </p:spPr>
      </p:pic>
      <p:sp>
        <p:nvSpPr>
          <p:cNvPr id="116" name="文本框 115"/>
          <p:cNvSpPr txBox="1"/>
          <p:nvPr/>
        </p:nvSpPr>
        <p:spPr>
          <a:xfrm>
            <a:off x="629113" y="2038467"/>
            <a:ext cx="36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635169" y="1462403"/>
            <a:ext cx="36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25" name="图片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26" y="3506504"/>
            <a:ext cx="448435" cy="449594"/>
          </a:xfrm>
          <a:prstGeom prst="rect">
            <a:avLst/>
          </a:prstGeom>
        </p:spPr>
      </p:pic>
      <p:sp>
        <p:nvSpPr>
          <p:cNvPr id="126" name="矩形 125"/>
          <p:cNvSpPr/>
          <p:nvPr/>
        </p:nvSpPr>
        <p:spPr>
          <a:xfrm>
            <a:off x="1461824" y="1408750"/>
            <a:ext cx="1903594" cy="27283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右大括号 126"/>
          <p:cNvSpPr/>
          <p:nvPr/>
        </p:nvSpPr>
        <p:spPr>
          <a:xfrm rot="5400000" flipH="1">
            <a:off x="2306501" y="327307"/>
            <a:ext cx="191825" cy="1903595"/>
          </a:xfrm>
          <a:prstGeom prst="rightBrace">
            <a:avLst>
              <a:gd name="adj1" fmla="val 47578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2202710" y="721411"/>
            <a:ext cx="39878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W</a:t>
            </a:r>
            <a:endParaRPr lang="en-US" altLang="zh-C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7961630" y="1558925"/>
            <a:ext cx="264414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set of contact source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endParaRPr lang="zh-CN" altLang="en-US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629113" y="3438557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7572148" y="4665422"/>
            <a:ext cx="2592288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7608152" y="5513053"/>
            <a:ext cx="255628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MLC-event Result:R</a:t>
            </a:r>
            <a:endParaRPr lang="zh-CN" alt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7608152" y="4686084"/>
            <a:ext cx="1816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({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},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39" name="曲线连接符 138"/>
          <p:cNvCxnSpPr/>
          <p:nvPr/>
        </p:nvCxnSpPr>
        <p:spPr>
          <a:xfrm rot="5400000" flipV="1">
            <a:off x="2303780" y="4188460"/>
            <a:ext cx="572135" cy="485775"/>
          </a:xfrm>
          <a:prstGeom prst="curvedConnector3">
            <a:avLst>
              <a:gd name="adj1" fmla="val 500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曲线连接符 139"/>
          <p:cNvCxnSpPr/>
          <p:nvPr/>
        </p:nvCxnSpPr>
        <p:spPr>
          <a:xfrm rot="16200000">
            <a:off x="7795895" y="3048000"/>
            <a:ext cx="2152650" cy="48260"/>
          </a:xfrm>
          <a:prstGeom prst="curvedConnector3">
            <a:avLst>
              <a:gd name="adj1" fmla="val 4997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8964449" y="2662965"/>
            <a:ext cx="18722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add o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endParaRPr lang="zh-CN" alt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2" name="直接箭头连接符 141"/>
          <p:cNvCxnSpPr/>
          <p:nvPr/>
        </p:nvCxnSpPr>
        <p:spPr>
          <a:xfrm>
            <a:off x="3365418" y="670316"/>
            <a:ext cx="0" cy="560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/>
          <p:cNvSpPr txBox="1"/>
          <p:nvPr/>
        </p:nvSpPr>
        <p:spPr>
          <a:xfrm>
            <a:off x="3470828" y="735338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sz="20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endParaRPr lang="zh-CN" altLang="en-US" sz="2000" baseline="-25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7339965" y="4183380"/>
            <a:ext cx="3157220" cy="447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construct e</a:t>
            </a:r>
            <a:r>
              <a:rPr lang="en-US" altLang="zh-CN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 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add it to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endParaRPr lang="zh-CN" altLang="en-US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118110" y="4630420"/>
            <a:ext cx="5841365" cy="1929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At each time, calculate the candidate grids for each contact source.</a:t>
            </a:r>
            <a:endParaRPr lang="en-US" altLang="zh-CN"/>
          </a:p>
          <a:p>
            <a:r>
              <a:rPr lang="en-US" altLang="zh-CN"/>
              <a:t>Get the objects and MBRs within candidate grids by </a:t>
            </a:r>
            <a:r>
              <a:rPr lang="en-US" altLang="zh-CN">
                <a:sym typeface="+mn-ea"/>
              </a:rPr>
              <a:t>InGrid-MBR-based Inverted Index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And by judging the position relationship between the contact region and MBRs, we can determine whether the single-time-point contact occurs.</a:t>
            </a:r>
            <a:endParaRPr lang="en-US" altLang="zh-CN"/>
          </a:p>
        </p:txBody>
      </p:sp>
      <p:cxnSp>
        <p:nvCxnSpPr>
          <p:cNvPr id="148" name="曲线连接符 147"/>
          <p:cNvCxnSpPr/>
          <p:nvPr/>
        </p:nvCxnSpPr>
        <p:spPr>
          <a:xfrm flipV="1">
            <a:off x="5326380" y="5076825"/>
            <a:ext cx="2120900" cy="15875"/>
          </a:xfrm>
          <a:prstGeom prst="curvedConnector3">
            <a:avLst>
              <a:gd name="adj1" fmla="val 5003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9" name="文本框 148"/>
          <p:cNvSpPr txBox="1"/>
          <p:nvPr/>
        </p:nvSpPr>
        <p:spPr>
          <a:xfrm>
            <a:off x="5502910" y="4653280"/>
            <a:ext cx="1792605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if satisfy (2) </a:t>
            </a:r>
            <a:endParaRPr lang="en-US" altLang="zh-CN"/>
          </a:p>
        </p:txBody>
      </p:sp>
      <p:cxnSp>
        <p:nvCxnSpPr>
          <p:cNvPr id="152" name="曲线连接符 151"/>
          <p:cNvCxnSpPr>
            <a:stCxn id="149" idx="0"/>
          </p:cNvCxnSpPr>
          <p:nvPr/>
        </p:nvCxnSpPr>
        <p:spPr>
          <a:xfrm rot="16200000" flipV="1">
            <a:off x="4679950" y="2933700"/>
            <a:ext cx="490855" cy="2947670"/>
          </a:xfrm>
          <a:prstGeom prst="curved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3" name="文本框 152"/>
          <p:cNvSpPr txBox="1"/>
          <p:nvPr/>
        </p:nvSpPr>
        <p:spPr>
          <a:xfrm>
            <a:off x="4293235" y="4248150"/>
            <a:ext cx="65976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else</a:t>
            </a:r>
            <a:endParaRPr lang="en-US" altLang="zh-CN"/>
          </a:p>
        </p:txBody>
      </p:sp>
      <p:sp>
        <p:nvSpPr>
          <p:cNvPr id="162" name="文本框 161"/>
          <p:cNvSpPr txBox="1"/>
          <p:nvPr/>
        </p:nvSpPr>
        <p:spPr>
          <a:xfrm>
            <a:off x="3420110" y="741680"/>
            <a:ext cx="58864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i="1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altLang="zh-CN" baseline="-2500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en-US" altLang="zh-CN" baseline="-250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164"/>
    </mc:Choice>
    <mc:Fallback>
      <p:transition spd="slow" advTm="861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4271 0.00305556 " pathEditMode="relative" ptsTypes="">
                                      <p:cBhvr>
                                        <p:cTn id="74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4271 0.00305556 " pathEditMode="relative" ptsTypes="">
                                      <p:cBhvr>
                                        <p:cTn id="76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4271 0.00305556 " pathEditMode="relative" ptsTypes="">
                                      <p:cBhvr>
                                        <p:cTn id="78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212963 L 0.0304167 0.00185185 " pathEditMode="relative" rAng="0" ptsTypes="">
                                      <p:cBhvr>
                                        <p:cTn id="80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9792 0.00101852 L 0.344063 0.00555556 " pathEditMode="relative" rAng="0" ptsTypes="">
                                      <p:cBhvr>
                                        <p:cTn id="94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" y="2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4063 0.00203704 L 0.34349 0.00435185 " pathEditMode="relative" rAng="0" ptsTypes="">
                                      <p:cBhvr>
                                        <p:cTn id="96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" y="2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4063 0.00203704 L 0.344271 0.000833333 " pathEditMode="relative" rAng="0" ptsTypes="">
                                      <p:cBhvr>
                                        <p:cTn id="98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2917 0.00203704 L 0.337187 0.0062963 " pathEditMode="relative" rAng="0" ptsTypes="">
                                      <p:cBhvr>
                                        <p:cTn id="100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20" grpId="0"/>
      <p:bldP spid="126" grpId="0" bldLvl="0" animBg="1"/>
      <p:bldP spid="126" grpId="2" bldLvl="0" animBg="1"/>
      <p:bldP spid="126" grpId="3" bldLvl="0" animBg="1"/>
      <p:bldP spid="127" grpId="0" bldLvl="0" animBg="1"/>
      <p:bldP spid="127" grpId="1" bldLvl="0" animBg="1"/>
      <p:bldP spid="127" grpId="2" bldLvl="0" animBg="1"/>
      <p:bldP spid="131" grpId="0"/>
      <p:bldP spid="131" grpId="1"/>
      <p:bldP spid="131" grpId="2"/>
      <p:bldP spid="134" grpId="0"/>
      <p:bldP spid="135" grpId="0"/>
      <p:bldP spid="138" grpId="0"/>
      <p:bldP spid="141" grpId="0"/>
      <p:bldP spid="143" grpId="0"/>
      <p:bldP spid="143" grpId="1"/>
      <p:bldP spid="144" grpId="0"/>
      <p:bldP spid="147" grpId="0"/>
      <p:bldP spid="149" grpId="0"/>
      <p:bldP spid="153" grpId="0"/>
      <p:bldP spid="162" grpId="0"/>
      <p:bldP spid="16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663825"/>
            <a:ext cx="1756410" cy="541655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662430" y="2014855"/>
            <a:ext cx="1539875" cy="186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sz="115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sz="1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19100" y="2638425"/>
            <a:ext cx="1337310" cy="566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en-US" altLang="zh-CN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02305" y="2663825"/>
            <a:ext cx="8989695" cy="541655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5253990" y="3429000"/>
            <a:ext cx="6938645" cy="128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Result  &amp; Conclusion</a:t>
            </a:r>
            <a:endParaRPr lang="en-US" altLang="zh-CN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5779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46070" y="254000"/>
            <a:ext cx="934593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550862" y="82550"/>
            <a:ext cx="2294891" cy="583565"/>
            <a:chOff x="551543" y="82976"/>
            <a:chExt cx="2294038" cy="582556"/>
          </a:xfrm>
        </p:grpSpPr>
        <p:sp>
          <p:nvSpPr>
            <p:cNvPr id="7" name="文本框 4"/>
            <p:cNvSpPr txBox="1">
              <a:spLocks noChangeArrowheads="1"/>
            </p:cNvSpPr>
            <p:nvPr/>
          </p:nvSpPr>
          <p:spPr bwMode="auto">
            <a:xfrm>
              <a:off x="895075" y="111502"/>
              <a:ext cx="1950506" cy="521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Result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1543" y="82976"/>
              <a:ext cx="723631" cy="5825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04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048830" y="6243885"/>
            <a:ext cx="1311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(b) T-Drive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158685" y="3595897"/>
            <a:ext cx="1311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(a) Taxi</a:t>
            </a:r>
            <a:endParaRPr lang="zh-CN" altLang="en-US" dirty="0"/>
          </a:p>
        </p:txBody>
      </p:sp>
      <p:pic>
        <p:nvPicPr>
          <p:cNvPr id="11" name="图片 10" descr="strict_loose_d_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614" y="1445260"/>
            <a:ext cx="2813685" cy="2111375"/>
          </a:xfrm>
          <a:prstGeom prst="rect">
            <a:avLst/>
          </a:prstGeom>
        </p:spPr>
      </p:pic>
      <p:pic>
        <p:nvPicPr>
          <p:cNvPr id="12" name="图片 11" descr="strict_loose_n_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" y="1445260"/>
            <a:ext cx="2814320" cy="2111375"/>
          </a:xfrm>
          <a:prstGeom prst="rect">
            <a:avLst/>
          </a:prstGeom>
        </p:spPr>
      </p:pic>
      <p:pic>
        <p:nvPicPr>
          <p:cNvPr id="18" name="图片 17" descr="strict_loose_threshold_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069" y="1445260"/>
            <a:ext cx="2815590" cy="2112010"/>
          </a:xfrm>
          <a:prstGeom prst="rect">
            <a:avLst/>
          </a:prstGeom>
        </p:spPr>
      </p:pic>
      <p:pic>
        <p:nvPicPr>
          <p:cNvPr id="19" name="图片 18" descr="strict_loose_width_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367" y="1445260"/>
            <a:ext cx="2815590" cy="2112010"/>
          </a:xfrm>
          <a:prstGeom prst="rect">
            <a:avLst/>
          </a:prstGeom>
        </p:spPr>
      </p:pic>
      <p:pic>
        <p:nvPicPr>
          <p:cNvPr id="21" name="图片 20" descr="strict_loose_d_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455" y="4086860"/>
            <a:ext cx="2784004" cy="2088000"/>
          </a:xfrm>
          <a:prstGeom prst="rect">
            <a:avLst/>
          </a:prstGeom>
        </p:spPr>
      </p:pic>
      <p:pic>
        <p:nvPicPr>
          <p:cNvPr id="22" name="图片 21" descr="strict_loose_n_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98" y="4086860"/>
            <a:ext cx="2784004" cy="2088000"/>
          </a:xfrm>
          <a:prstGeom prst="rect">
            <a:avLst/>
          </a:prstGeom>
        </p:spPr>
      </p:pic>
      <p:pic>
        <p:nvPicPr>
          <p:cNvPr id="23" name="图片 22" descr="strict_loose_threshold_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5863" y="4086860"/>
            <a:ext cx="2784004" cy="2088000"/>
          </a:xfrm>
          <a:prstGeom prst="rect">
            <a:avLst/>
          </a:prstGeom>
        </p:spPr>
      </p:pic>
      <p:pic>
        <p:nvPicPr>
          <p:cNvPr id="24" name="图片 23" descr="strict_loose_width_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9160" y="4086860"/>
            <a:ext cx="2784004" cy="208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0170" y="633095"/>
            <a:ext cx="4773930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Datasets: Taxi (4,315 traces, 1,440 points)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	</a:t>
            </a:r>
            <a:r>
              <a:rPr lang="zh-CN" altLang="en-US"/>
              <a:t>T-Drive (4,142 traces, 2,017 points).</a:t>
            </a:r>
            <a:endParaRPr lang="zh-CN" altLang="en-US"/>
          </a:p>
          <a:p>
            <a:r>
              <a:rPr lang="zh-CN" altLang="en-US"/>
              <a:t>Defaults: d = 20/50 m, τ = 12, α = 0.8.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896"/>
    </mc:Choice>
    <mc:Fallback>
      <p:transition spd="slow" advTm="43896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46070" y="254000"/>
            <a:ext cx="934593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550862" y="82550"/>
            <a:ext cx="2294891" cy="583565"/>
            <a:chOff x="551543" y="82976"/>
            <a:chExt cx="2294038" cy="582556"/>
          </a:xfrm>
        </p:grpSpPr>
        <p:sp>
          <p:nvSpPr>
            <p:cNvPr id="7" name="文本框 4"/>
            <p:cNvSpPr txBox="1">
              <a:spLocks noChangeArrowheads="1"/>
            </p:cNvSpPr>
            <p:nvPr/>
          </p:nvSpPr>
          <p:spPr bwMode="auto">
            <a:xfrm>
              <a:off x="895075" y="111502"/>
              <a:ext cx="1950506" cy="521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Result</a:t>
              </a:r>
              <a:endParaRPr lang="en-US" altLang="zh-CN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1543" y="82976"/>
              <a:ext cx="723631" cy="5825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04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0" y="6621780"/>
            <a:ext cx="12192000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784337" y="5547953"/>
            <a:ext cx="1311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(b) T-Drive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917467" y="2859932"/>
            <a:ext cx="1311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(a) Taxi</a:t>
            </a:r>
            <a:endParaRPr lang="zh-CN" altLang="en-US" dirty="0"/>
          </a:p>
        </p:txBody>
      </p:sp>
      <p:pic>
        <p:nvPicPr>
          <p:cNvPr id="12" name="图片 11" descr="d_time(a)_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4722" y="772160"/>
            <a:ext cx="2648762" cy="2088000"/>
          </a:xfrm>
          <a:prstGeom prst="rect">
            <a:avLst/>
          </a:prstGeom>
        </p:spPr>
      </p:pic>
      <p:pic>
        <p:nvPicPr>
          <p:cNvPr id="18" name="图片 17" descr="n_time(a)_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5" y="771904"/>
            <a:ext cx="2648762" cy="2066923"/>
          </a:xfrm>
          <a:prstGeom prst="rect">
            <a:avLst/>
          </a:prstGeom>
        </p:spPr>
      </p:pic>
      <p:pic>
        <p:nvPicPr>
          <p:cNvPr id="19" name="图片 18" descr="threshold_time(a)_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407" y="772160"/>
            <a:ext cx="2648762" cy="2088000"/>
          </a:xfrm>
          <a:prstGeom prst="rect">
            <a:avLst/>
          </a:prstGeom>
        </p:spPr>
      </p:pic>
      <p:pic>
        <p:nvPicPr>
          <p:cNvPr id="21" name="图片 20" descr="width_time(a)_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749" y="772160"/>
            <a:ext cx="2648762" cy="2088000"/>
          </a:xfrm>
          <a:prstGeom prst="rect">
            <a:avLst/>
          </a:prstGeom>
        </p:spPr>
      </p:pic>
      <p:pic>
        <p:nvPicPr>
          <p:cNvPr id="22" name="图片 21" descr="d_time(b)_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4843" y="3362008"/>
            <a:ext cx="2648521" cy="2088000"/>
          </a:xfrm>
          <a:prstGeom prst="rect">
            <a:avLst/>
          </a:prstGeom>
        </p:spPr>
      </p:pic>
      <p:pic>
        <p:nvPicPr>
          <p:cNvPr id="23" name="图片 22" descr="n_time(b)_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13" y="3362008"/>
            <a:ext cx="2675268" cy="2088000"/>
          </a:xfrm>
          <a:prstGeom prst="rect">
            <a:avLst/>
          </a:prstGeom>
        </p:spPr>
      </p:pic>
      <p:pic>
        <p:nvPicPr>
          <p:cNvPr id="24" name="图片 23" descr="threshold_time(b)_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6528" y="3362008"/>
            <a:ext cx="2648521" cy="2088000"/>
          </a:xfrm>
          <a:prstGeom prst="rect">
            <a:avLst/>
          </a:prstGeom>
        </p:spPr>
      </p:pic>
      <p:pic>
        <p:nvPicPr>
          <p:cNvPr id="25" name="图片 24" descr="width_time(b)_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0913" y="3362008"/>
            <a:ext cx="2648434" cy="208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142"/>
    </mc:Choice>
    <mc:Fallback>
      <p:transition spd="slow" advTm="39142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4000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00"/>
          </a:p>
        </p:txBody>
      </p:sp>
      <p:sp>
        <p:nvSpPr>
          <p:cNvPr id="3" name="矩形 2"/>
          <p:cNvSpPr/>
          <p:nvPr/>
        </p:nvSpPr>
        <p:spPr>
          <a:xfrm>
            <a:off x="3072765" y="254000"/>
            <a:ext cx="9119235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00"/>
          </a:p>
        </p:txBody>
      </p:sp>
      <p:sp>
        <p:nvSpPr>
          <p:cNvPr id="8" name="矩形 7"/>
          <p:cNvSpPr/>
          <p:nvPr/>
        </p:nvSpPr>
        <p:spPr>
          <a:xfrm>
            <a:off x="0" y="6621780"/>
            <a:ext cx="12192635" cy="23622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00"/>
          </a:p>
        </p:txBody>
      </p:sp>
      <p:grpSp>
        <p:nvGrpSpPr>
          <p:cNvPr id="35" name="组合 34"/>
          <p:cNvGrpSpPr/>
          <p:nvPr/>
        </p:nvGrpSpPr>
        <p:grpSpPr bwMode="auto">
          <a:xfrm>
            <a:off x="536893" y="81280"/>
            <a:ext cx="2804160" cy="583565"/>
            <a:chOff x="551544" y="82976"/>
            <a:chExt cx="2803635" cy="582556"/>
          </a:xfrm>
        </p:grpSpPr>
        <p:sp>
          <p:nvSpPr>
            <p:cNvPr id="11338" name="文本框 12"/>
            <p:cNvSpPr txBox="1">
              <a:spLocks noChangeArrowheads="1"/>
            </p:cNvSpPr>
            <p:nvPr/>
          </p:nvSpPr>
          <p:spPr bwMode="auto">
            <a:xfrm>
              <a:off x="689948" y="114038"/>
              <a:ext cx="2665231" cy="521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Conclusion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51544" y="82976"/>
              <a:ext cx="723764" cy="58255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04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4339" name="Freeform 5"/>
          <p:cNvSpPr/>
          <p:nvPr>
            <p:custDataLst>
              <p:tags r:id="rId1"/>
            </p:custDataLst>
          </p:nvPr>
        </p:nvSpPr>
        <p:spPr bwMode="auto">
          <a:xfrm>
            <a:off x="5007928" y="2454117"/>
            <a:ext cx="1562100" cy="1804987"/>
          </a:xfrm>
          <a:custGeom>
            <a:avLst/>
            <a:gdLst>
              <a:gd name="T0" fmla="*/ 0 w 789"/>
              <a:gd name="T1" fmla="*/ 2147483646 h 912"/>
              <a:gd name="T2" fmla="*/ 2147483646 w 789"/>
              <a:gd name="T3" fmla="*/ 0 h 912"/>
              <a:gd name="T4" fmla="*/ 2147483646 w 789"/>
              <a:gd name="T5" fmla="*/ 2147483646 h 912"/>
              <a:gd name="T6" fmla="*/ 2147483646 w 789"/>
              <a:gd name="T7" fmla="*/ 2147483646 h 912"/>
              <a:gd name="T8" fmla="*/ 2147483646 w 789"/>
              <a:gd name="T9" fmla="*/ 2147483646 h 912"/>
              <a:gd name="T10" fmla="*/ 0 w 789"/>
              <a:gd name="T11" fmla="*/ 2147483646 h 912"/>
              <a:gd name="T12" fmla="*/ 0 w 789"/>
              <a:gd name="T13" fmla="*/ 2147483646 h 9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89" h="912">
                <a:moveTo>
                  <a:pt x="0" y="227"/>
                </a:moveTo>
                <a:lnTo>
                  <a:pt x="396" y="0"/>
                </a:lnTo>
                <a:lnTo>
                  <a:pt x="789" y="227"/>
                </a:lnTo>
                <a:lnTo>
                  <a:pt x="789" y="682"/>
                </a:lnTo>
                <a:lnTo>
                  <a:pt x="396" y="912"/>
                </a:lnTo>
                <a:lnTo>
                  <a:pt x="0" y="682"/>
                </a:lnTo>
                <a:lnTo>
                  <a:pt x="0" y="227"/>
                </a:lnTo>
                <a:close/>
              </a:path>
            </a:pathLst>
          </a:custGeom>
          <a:solidFill>
            <a:srgbClr val="1D6D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40" name="Freeform 6"/>
          <p:cNvSpPr/>
          <p:nvPr>
            <p:custDataLst>
              <p:tags r:id="rId2"/>
            </p:custDataLst>
          </p:nvPr>
        </p:nvSpPr>
        <p:spPr bwMode="auto">
          <a:xfrm>
            <a:off x="7005003" y="3336767"/>
            <a:ext cx="1403350" cy="1616075"/>
          </a:xfrm>
          <a:custGeom>
            <a:avLst/>
            <a:gdLst>
              <a:gd name="T0" fmla="*/ 0 w 709"/>
              <a:gd name="T1" fmla="*/ 2147483646 h 816"/>
              <a:gd name="T2" fmla="*/ 2147483646 w 709"/>
              <a:gd name="T3" fmla="*/ 0 h 816"/>
              <a:gd name="T4" fmla="*/ 2147483646 w 709"/>
              <a:gd name="T5" fmla="*/ 2147483646 h 816"/>
              <a:gd name="T6" fmla="*/ 2147483646 w 709"/>
              <a:gd name="T7" fmla="*/ 2147483646 h 816"/>
              <a:gd name="T8" fmla="*/ 2147483646 w 709"/>
              <a:gd name="T9" fmla="*/ 2147483646 h 816"/>
              <a:gd name="T10" fmla="*/ 0 w 709"/>
              <a:gd name="T11" fmla="*/ 2147483646 h 816"/>
              <a:gd name="T12" fmla="*/ 0 w 709"/>
              <a:gd name="T13" fmla="*/ 2147483646 h 8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09" h="816">
                <a:moveTo>
                  <a:pt x="0" y="205"/>
                </a:moveTo>
                <a:lnTo>
                  <a:pt x="354" y="0"/>
                </a:lnTo>
                <a:lnTo>
                  <a:pt x="709" y="205"/>
                </a:lnTo>
                <a:lnTo>
                  <a:pt x="709" y="614"/>
                </a:lnTo>
                <a:lnTo>
                  <a:pt x="354" y="816"/>
                </a:lnTo>
                <a:lnTo>
                  <a:pt x="0" y="614"/>
                </a:lnTo>
                <a:lnTo>
                  <a:pt x="0" y="205"/>
                </a:lnTo>
                <a:close/>
              </a:path>
            </a:pathLst>
          </a:custGeom>
          <a:solidFill>
            <a:srgbClr val="008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42" name="Freeform 8"/>
          <p:cNvSpPr/>
          <p:nvPr>
            <p:custDataLst>
              <p:tags r:id="rId3"/>
            </p:custDataLst>
          </p:nvPr>
        </p:nvSpPr>
        <p:spPr bwMode="auto">
          <a:xfrm>
            <a:off x="4126865" y="3390742"/>
            <a:ext cx="785813" cy="908050"/>
          </a:xfrm>
          <a:custGeom>
            <a:avLst/>
            <a:gdLst>
              <a:gd name="T0" fmla="*/ 0 w 397"/>
              <a:gd name="T1" fmla="*/ 2147483646 h 459"/>
              <a:gd name="T2" fmla="*/ 2147483646 w 397"/>
              <a:gd name="T3" fmla="*/ 0 h 459"/>
              <a:gd name="T4" fmla="*/ 2147483646 w 397"/>
              <a:gd name="T5" fmla="*/ 2147483646 h 459"/>
              <a:gd name="T6" fmla="*/ 2147483646 w 397"/>
              <a:gd name="T7" fmla="*/ 2147483646 h 459"/>
              <a:gd name="T8" fmla="*/ 2147483646 w 397"/>
              <a:gd name="T9" fmla="*/ 2147483646 h 459"/>
              <a:gd name="T10" fmla="*/ 0 w 397"/>
              <a:gd name="T11" fmla="*/ 2147483646 h 459"/>
              <a:gd name="T12" fmla="*/ 0 w 397"/>
              <a:gd name="T13" fmla="*/ 2147483646 h 45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7" h="459">
                <a:moveTo>
                  <a:pt x="0" y="115"/>
                </a:moveTo>
                <a:lnTo>
                  <a:pt x="198" y="0"/>
                </a:lnTo>
                <a:lnTo>
                  <a:pt x="397" y="115"/>
                </a:lnTo>
                <a:lnTo>
                  <a:pt x="397" y="344"/>
                </a:lnTo>
                <a:lnTo>
                  <a:pt x="198" y="459"/>
                </a:lnTo>
                <a:lnTo>
                  <a:pt x="0" y="344"/>
                </a:lnTo>
                <a:lnTo>
                  <a:pt x="0" y="115"/>
                </a:lnTo>
                <a:close/>
              </a:path>
            </a:pathLst>
          </a:custGeom>
          <a:solidFill>
            <a:srgbClr val="1D6D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43" name="Freeform 9"/>
          <p:cNvSpPr/>
          <p:nvPr>
            <p:custDataLst>
              <p:tags r:id="rId4"/>
            </p:custDataLst>
          </p:nvPr>
        </p:nvSpPr>
        <p:spPr bwMode="auto">
          <a:xfrm>
            <a:off x="6668453" y="2596992"/>
            <a:ext cx="850900" cy="981075"/>
          </a:xfrm>
          <a:custGeom>
            <a:avLst/>
            <a:gdLst>
              <a:gd name="T0" fmla="*/ 0 w 430"/>
              <a:gd name="T1" fmla="*/ 2147483646 h 496"/>
              <a:gd name="T2" fmla="*/ 2147483646 w 430"/>
              <a:gd name="T3" fmla="*/ 0 h 496"/>
              <a:gd name="T4" fmla="*/ 2147483646 w 430"/>
              <a:gd name="T5" fmla="*/ 2147483646 h 496"/>
              <a:gd name="T6" fmla="*/ 2147483646 w 430"/>
              <a:gd name="T7" fmla="*/ 2147483646 h 496"/>
              <a:gd name="T8" fmla="*/ 2147483646 w 430"/>
              <a:gd name="T9" fmla="*/ 2147483646 h 496"/>
              <a:gd name="T10" fmla="*/ 0 w 430"/>
              <a:gd name="T11" fmla="*/ 2147483646 h 496"/>
              <a:gd name="T12" fmla="*/ 0 w 430"/>
              <a:gd name="T13" fmla="*/ 2147483646 h 4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30" h="496">
                <a:moveTo>
                  <a:pt x="0" y="124"/>
                </a:moveTo>
                <a:lnTo>
                  <a:pt x="214" y="0"/>
                </a:lnTo>
                <a:lnTo>
                  <a:pt x="430" y="124"/>
                </a:lnTo>
                <a:lnTo>
                  <a:pt x="430" y="372"/>
                </a:lnTo>
                <a:lnTo>
                  <a:pt x="214" y="496"/>
                </a:lnTo>
                <a:lnTo>
                  <a:pt x="0" y="372"/>
                </a:lnTo>
                <a:lnTo>
                  <a:pt x="0" y="124"/>
                </a:lnTo>
                <a:close/>
              </a:path>
            </a:pathLst>
          </a:custGeom>
          <a:solidFill>
            <a:srgbClr val="008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44" name="Freeform 10"/>
          <p:cNvSpPr/>
          <p:nvPr>
            <p:custDataLst>
              <p:tags r:id="rId5"/>
            </p:custDataLst>
          </p:nvPr>
        </p:nvSpPr>
        <p:spPr bwMode="auto">
          <a:xfrm>
            <a:off x="4642803" y="4025742"/>
            <a:ext cx="1079500" cy="1244600"/>
          </a:xfrm>
          <a:custGeom>
            <a:avLst/>
            <a:gdLst>
              <a:gd name="T0" fmla="*/ 0 w 545"/>
              <a:gd name="T1" fmla="*/ 2147483646 h 629"/>
              <a:gd name="T2" fmla="*/ 2147483646 w 545"/>
              <a:gd name="T3" fmla="*/ 0 h 629"/>
              <a:gd name="T4" fmla="*/ 2147483646 w 545"/>
              <a:gd name="T5" fmla="*/ 2147483646 h 629"/>
              <a:gd name="T6" fmla="*/ 2147483646 w 545"/>
              <a:gd name="T7" fmla="*/ 2147483646 h 629"/>
              <a:gd name="T8" fmla="*/ 2147483646 w 545"/>
              <a:gd name="T9" fmla="*/ 2147483646 h 629"/>
              <a:gd name="T10" fmla="*/ 0 w 545"/>
              <a:gd name="T11" fmla="*/ 2147483646 h 629"/>
              <a:gd name="T12" fmla="*/ 0 w 545"/>
              <a:gd name="T13" fmla="*/ 2147483646 h 6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5" h="629">
                <a:moveTo>
                  <a:pt x="0" y="157"/>
                </a:moveTo>
                <a:lnTo>
                  <a:pt x="274" y="0"/>
                </a:lnTo>
                <a:lnTo>
                  <a:pt x="545" y="157"/>
                </a:lnTo>
                <a:lnTo>
                  <a:pt x="545" y="472"/>
                </a:lnTo>
                <a:lnTo>
                  <a:pt x="274" y="629"/>
                </a:lnTo>
                <a:lnTo>
                  <a:pt x="0" y="472"/>
                </a:lnTo>
                <a:lnTo>
                  <a:pt x="0" y="157"/>
                </a:lnTo>
                <a:close/>
              </a:path>
            </a:pathLst>
          </a:custGeom>
          <a:solidFill>
            <a:srgbClr val="0088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51" name="Freeform 34"/>
          <p:cNvSpPr/>
          <p:nvPr>
            <p:custDataLst>
              <p:tags r:id="rId6"/>
            </p:custDataLst>
          </p:nvPr>
        </p:nvSpPr>
        <p:spPr bwMode="auto">
          <a:xfrm>
            <a:off x="4912678" y="2198529"/>
            <a:ext cx="879475" cy="258763"/>
          </a:xfrm>
          <a:custGeom>
            <a:avLst/>
            <a:gdLst>
              <a:gd name="T0" fmla="*/ 2147483646 w 444"/>
              <a:gd name="T1" fmla="*/ 2147483646 h 130"/>
              <a:gd name="T2" fmla="*/ 2147483646 w 444"/>
              <a:gd name="T3" fmla="*/ 0 h 130"/>
              <a:gd name="T4" fmla="*/ 0 w 444"/>
              <a:gd name="T5" fmla="*/ 0 h 13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44" h="130">
                <a:moveTo>
                  <a:pt x="444" y="130"/>
                </a:moveTo>
                <a:lnTo>
                  <a:pt x="444" y="0"/>
                </a:lnTo>
                <a:lnTo>
                  <a:pt x="0" y="0"/>
                </a:lnTo>
              </a:path>
            </a:pathLst>
          </a:custGeom>
          <a:noFill/>
          <a:ln w="6350" cap="flat" cmpd="sng">
            <a:solidFill>
              <a:srgbClr val="1D6DC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rmAutofit fontScale="52500" lnSpcReduction="20000"/>
          </a:bodyPr>
          <a:lstStyle/>
          <a:p>
            <a:pPr>
              <a:lnSpc>
                <a:spcPct val="14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52" name="Freeform 35"/>
          <p:cNvSpPr/>
          <p:nvPr>
            <p:custDataLst>
              <p:tags r:id="rId7"/>
            </p:custDataLst>
          </p:nvPr>
        </p:nvSpPr>
        <p:spPr bwMode="auto">
          <a:xfrm>
            <a:off x="7092315" y="2198529"/>
            <a:ext cx="846138" cy="398463"/>
          </a:xfrm>
          <a:custGeom>
            <a:avLst/>
            <a:gdLst>
              <a:gd name="T0" fmla="*/ 0 w 428"/>
              <a:gd name="T1" fmla="*/ 2147483646 h 201"/>
              <a:gd name="T2" fmla="*/ 0 w 428"/>
              <a:gd name="T3" fmla="*/ 0 h 201"/>
              <a:gd name="T4" fmla="*/ 2147483646 w 428"/>
              <a:gd name="T5" fmla="*/ 0 h 2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8" h="201">
                <a:moveTo>
                  <a:pt x="0" y="201"/>
                </a:moveTo>
                <a:lnTo>
                  <a:pt x="0" y="0"/>
                </a:lnTo>
                <a:lnTo>
                  <a:pt x="428" y="0"/>
                </a:lnTo>
              </a:path>
            </a:pathLst>
          </a:custGeom>
          <a:noFill/>
          <a:ln w="6350" cap="flat" cmpd="sng">
            <a:solidFill>
              <a:srgbClr val="0088D5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54" name="Freeform 37"/>
          <p:cNvSpPr/>
          <p:nvPr>
            <p:custDataLst>
              <p:tags r:id="rId8"/>
            </p:custDataLst>
          </p:nvPr>
        </p:nvSpPr>
        <p:spPr bwMode="auto">
          <a:xfrm>
            <a:off x="2674303" y="3087529"/>
            <a:ext cx="1844675" cy="303213"/>
          </a:xfrm>
          <a:custGeom>
            <a:avLst/>
            <a:gdLst>
              <a:gd name="T0" fmla="*/ 2147483646 w 932"/>
              <a:gd name="T1" fmla="*/ 2147483646 h 153"/>
              <a:gd name="T2" fmla="*/ 2147483646 w 932"/>
              <a:gd name="T3" fmla="*/ 0 h 153"/>
              <a:gd name="T4" fmla="*/ 0 w 932"/>
              <a:gd name="T5" fmla="*/ 0 h 153"/>
              <a:gd name="T6" fmla="*/ 0 w 932"/>
              <a:gd name="T7" fmla="*/ 2147483646 h 1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32" h="153">
                <a:moveTo>
                  <a:pt x="932" y="153"/>
                </a:moveTo>
                <a:lnTo>
                  <a:pt x="932" y="0"/>
                </a:lnTo>
                <a:lnTo>
                  <a:pt x="0" y="0"/>
                </a:lnTo>
                <a:lnTo>
                  <a:pt x="0" y="105"/>
                </a:lnTo>
              </a:path>
            </a:pathLst>
          </a:custGeom>
          <a:noFill/>
          <a:ln w="6350" cap="flat" cmpd="sng">
            <a:solidFill>
              <a:srgbClr val="1D6DC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rmAutofit fontScale="62500" lnSpcReduction="20000"/>
          </a:bodyPr>
          <a:lstStyle/>
          <a:p>
            <a:pPr>
              <a:lnSpc>
                <a:spcPct val="14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55" name="Freeform 38"/>
          <p:cNvSpPr/>
          <p:nvPr>
            <p:custDataLst>
              <p:tags r:id="rId9"/>
            </p:custDataLst>
          </p:nvPr>
        </p:nvSpPr>
        <p:spPr bwMode="auto">
          <a:xfrm>
            <a:off x="4780915" y="4960779"/>
            <a:ext cx="1231900" cy="555625"/>
          </a:xfrm>
          <a:custGeom>
            <a:avLst/>
            <a:gdLst>
              <a:gd name="T0" fmla="*/ 2147483646 w 623"/>
              <a:gd name="T1" fmla="*/ 0 h 281"/>
              <a:gd name="T2" fmla="*/ 2147483646 w 623"/>
              <a:gd name="T3" fmla="*/ 0 h 281"/>
              <a:gd name="T4" fmla="*/ 2147483646 w 623"/>
              <a:gd name="T5" fmla="*/ 2147483646 h 281"/>
              <a:gd name="T6" fmla="*/ 0 w 623"/>
              <a:gd name="T7" fmla="*/ 2147483646 h 28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3" h="281">
                <a:moveTo>
                  <a:pt x="476" y="0"/>
                </a:moveTo>
                <a:lnTo>
                  <a:pt x="623" y="0"/>
                </a:lnTo>
                <a:lnTo>
                  <a:pt x="623" y="281"/>
                </a:lnTo>
                <a:lnTo>
                  <a:pt x="0" y="281"/>
                </a:lnTo>
              </a:path>
            </a:pathLst>
          </a:custGeom>
          <a:noFill/>
          <a:ln w="6350" cap="flat" cmpd="sng">
            <a:solidFill>
              <a:srgbClr val="0088D5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4356" name="Freeform 39"/>
          <p:cNvSpPr/>
          <p:nvPr>
            <p:custDataLst>
              <p:tags r:id="rId10"/>
            </p:custDataLst>
          </p:nvPr>
        </p:nvSpPr>
        <p:spPr bwMode="auto">
          <a:xfrm>
            <a:off x="6690678" y="4552792"/>
            <a:ext cx="1443037" cy="963612"/>
          </a:xfrm>
          <a:custGeom>
            <a:avLst/>
            <a:gdLst>
              <a:gd name="T0" fmla="*/ 2147483646 w 729"/>
              <a:gd name="T1" fmla="*/ 0 h 487"/>
              <a:gd name="T2" fmla="*/ 0 w 729"/>
              <a:gd name="T3" fmla="*/ 0 h 487"/>
              <a:gd name="T4" fmla="*/ 0 w 729"/>
              <a:gd name="T5" fmla="*/ 2147483646 h 487"/>
              <a:gd name="T6" fmla="*/ 2147483646 w 729"/>
              <a:gd name="T7" fmla="*/ 2147483646 h 48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9" h="487">
                <a:moveTo>
                  <a:pt x="159" y="0"/>
                </a:moveTo>
                <a:lnTo>
                  <a:pt x="0" y="0"/>
                </a:lnTo>
                <a:lnTo>
                  <a:pt x="0" y="487"/>
                </a:lnTo>
                <a:lnTo>
                  <a:pt x="729" y="487"/>
                </a:lnTo>
              </a:path>
            </a:pathLst>
          </a:custGeom>
          <a:noFill/>
          <a:ln w="6350" cap="flat" cmpd="sng">
            <a:solidFill>
              <a:srgbClr val="0088D5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0">
            <a:normAutofit/>
          </a:bodyPr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8248015" y="5097269"/>
            <a:ext cx="3471863" cy="801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100"/>
            </a:lvl1pPr>
          </a:lstStyle>
          <a:p>
            <a:r>
              <a:rPr lang="en-US" altLang="zh-CN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Contact tracing</a:t>
            </a:r>
            <a:endParaRPr lang="zh-CN" altLang="en-US" u="sng" spc="150" dirty="0">
              <a:solidFill>
                <a:srgbClr val="00000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-101600" y="5089525"/>
            <a:ext cx="4959350" cy="91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100"/>
            </a:lvl1pPr>
          </a:lstStyle>
          <a:p>
            <a:pPr algn="ctr"/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Comprehensive performance evaluation using real-world trajectory datasets</a:t>
            </a:r>
            <a:endParaRPr lang="en-US" altLang="zh-CN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165100" y="3156585"/>
            <a:ext cx="4279900" cy="206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100"/>
            </a:lvl1pPr>
          </a:lstStyle>
          <a:p>
            <a:pPr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Sliding-window-based baseline query processing and  optimized query processing via InGrid-MBR-based inverted index</a:t>
            </a:r>
            <a:endParaRPr lang="en-US" altLang="zh-CN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pc="150" dirty="0">
              <a:solidFill>
                <a:srgbClr val="000000"/>
              </a:solidFill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8043228" y="1798444"/>
            <a:ext cx="2772554" cy="801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100"/>
            </a:lvl1pPr>
          </a:lstStyle>
          <a:p>
            <a:r>
              <a:rPr lang="zh-CN" altLang="en-US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privacy-preserving</a:t>
            </a:r>
            <a:endParaRPr lang="zh-CN" altLang="en-US" u="sng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230910" y="1798320"/>
            <a:ext cx="4378556" cy="802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000" spc="100"/>
            </a:lvl1pPr>
          </a:lstStyle>
          <a:p>
            <a:pPr algn="ctr"/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</a:t>
            </a:r>
            <a:r>
              <a:rPr lang="zh-CN" altLang="en-US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ult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i-</a:t>
            </a:r>
            <a:r>
              <a:rPr lang="zh-CN" altLang="en-US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source loose contact events</a:t>
            </a:r>
            <a:endParaRPr lang="zh-CN" altLang="en-US" spc="150" dirty="0">
              <a:solidFill>
                <a:srgbClr val="000000"/>
              </a:solidFill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pic>
        <p:nvPicPr>
          <p:cNvPr id="7" name="图形 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73035" y="2840049"/>
            <a:ext cx="438559" cy="438559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290173" y="3637529"/>
            <a:ext cx="438559" cy="438559"/>
          </a:xfrm>
          <a:prstGeom prst="rect">
            <a:avLst/>
          </a:prstGeom>
        </p:spPr>
      </p:pic>
      <p:pic>
        <p:nvPicPr>
          <p:cNvPr id="16" name="图形 1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57729" y="4435334"/>
            <a:ext cx="539136" cy="539136"/>
          </a:xfrm>
          <a:prstGeom prst="rect">
            <a:avLst/>
          </a:prstGeom>
        </p:spPr>
      </p:pic>
      <p:pic>
        <p:nvPicPr>
          <p:cNvPr id="21" name="图形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429934" y="3881685"/>
            <a:ext cx="602439" cy="602439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423518" y="2994325"/>
            <a:ext cx="730921" cy="730921"/>
          </a:xfrm>
          <a:prstGeom prst="rect">
            <a:avLst/>
          </a:prstGeom>
        </p:spPr>
      </p:pic>
      <p:sp>
        <p:nvSpPr>
          <p:cNvPr id="19" name="圆角矩形标注 18"/>
          <p:cNvSpPr/>
          <p:nvPr/>
        </p:nvSpPr>
        <p:spPr>
          <a:xfrm>
            <a:off x="2417445" y="1026160"/>
            <a:ext cx="3199130" cy="726440"/>
          </a:xfrm>
          <a:prstGeom prst="wedgeRoundRectCallou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Conclusion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8026400" y="1037043"/>
            <a:ext cx="1748155" cy="656590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Future</a:t>
            </a:r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49532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992313" y="2528888"/>
            <a:ext cx="8170862" cy="76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spc="6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attention!</a:t>
            </a:r>
            <a:endParaRPr lang="en-US" altLang="zh-CN" sz="4400" b="1" spc="6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00200" y="2257425"/>
            <a:ext cx="8956675" cy="2382838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 bwMode="auto">
          <a:xfrm>
            <a:off x="10290175" y="4325938"/>
            <a:ext cx="1109663" cy="1130300"/>
            <a:chOff x="2666985" y="682103"/>
            <a:chExt cx="1109138" cy="1131217"/>
          </a:xfrm>
        </p:grpSpPr>
        <p:sp>
          <p:nvSpPr>
            <p:cNvPr id="35" name="矩形 34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 bwMode="auto">
          <a:xfrm>
            <a:off x="792163" y="1462088"/>
            <a:ext cx="1109662" cy="1131887"/>
            <a:chOff x="2666985" y="682103"/>
            <a:chExt cx="1109138" cy="1131217"/>
          </a:xfrm>
        </p:grpSpPr>
        <p:sp>
          <p:nvSpPr>
            <p:cNvPr id="39" name="矩形 38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42" name="矩形 41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0" y="6523355"/>
            <a:ext cx="12192635" cy="33464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485" y="1089025"/>
            <a:ext cx="1384237" cy="1440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974340" y="3557905"/>
            <a:ext cx="152654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04487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Shuying </a:t>
            </a:r>
            <a:r>
              <a:rPr lang="en-US" altLang="zh-CN">
                <a:solidFill>
                  <a:srgbClr val="04487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Duan</a:t>
            </a:r>
            <a:endParaRPr lang="en-US" altLang="zh-CN">
              <a:solidFill>
                <a:srgbClr val="04487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79733" y="3543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44875"/>
                </a:solidFill>
              </a:rPr>
              <a:t>1</a:t>
            </a:r>
            <a:r>
              <a:rPr lang="en-US" altLang="zh-CN">
                <a:solidFill>
                  <a:srgbClr val="044875"/>
                </a:solidFill>
              </a:rPr>
              <a:t>025040904</a:t>
            </a:r>
            <a:r>
              <a:rPr lang="zh-CN" altLang="en-US">
                <a:solidFill>
                  <a:srgbClr val="044875"/>
                </a:solidFill>
              </a:rPr>
              <a:t>@njupt.edu.cn</a:t>
            </a:r>
            <a:endParaRPr lang="zh-CN" altLang="en-US">
              <a:solidFill>
                <a:srgbClr val="044875"/>
              </a:solidFill>
            </a:endParaRPr>
          </a:p>
        </p:txBody>
      </p:sp>
    </p:spTree>
  </p:cSld>
  <p:clrMapOvr>
    <a:masterClrMapping/>
  </p:clrMapOvr>
  <p:transition spd="slow" advTm="6391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3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4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5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6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7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8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9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0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1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2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3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4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5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6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7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8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19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0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1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2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3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4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5.xml><?xml version="1.0" encoding="utf-8"?>
<p:tagLst xmlns:p="http://schemas.openxmlformats.org/presentationml/2006/main">
  <p:tag name="KSO_WM_DIAGRAM_VIRTUALLY_FRAME" val="{&quot;height&quot;:379.25,&quot;left&quot;:140.6,&quot;top&quot;:88.05,&quot;width&quot;:741.25}"/>
</p:tagLst>
</file>

<file path=ppt/tags/tag26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27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28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29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0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1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2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3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4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5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6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7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8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39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0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1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2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3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4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5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6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7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8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49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0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1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2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3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4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5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6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7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8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59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0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1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2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3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4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5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6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7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8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69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0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1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2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3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4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5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6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7.xml><?xml version="1.0" encoding="utf-8"?>
<p:tagLst xmlns:p="http://schemas.openxmlformats.org/presentationml/2006/main">
  <p:tag name="KSO_WM_DIAGRAM_VIRTUALLY_FRAME" val="{&quot;height&quot;:286.9451968503937,&quot;left&quot;:97.36141732283464,&quot;top&quot;:173.9952755905512,&quot;width&quot;:748.1327559055117}"/>
</p:tagLst>
</file>

<file path=ppt/tags/tag78.xml><?xml version="1.0" encoding="utf-8"?>
<p:tagLst xmlns:p="http://schemas.openxmlformats.org/presentationml/2006/main">
  <p:tag name="TIMING" val="|4.8|0.5|7.8|16.2"/>
</p:tagLst>
</file>

<file path=ppt/tags/tag79.xml><?xml version="1.0" encoding="utf-8"?>
<p:tagLst xmlns:p="http://schemas.openxmlformats.org/presentationml/2006/main">
  <p:tag name="TIMING" val="|0.7|0.4|23.2|22.8|22.2"/>
</p:tagLst>
</file>

<file path=ppt/tags/tag80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1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2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3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4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5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6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7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8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89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0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1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2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3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4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5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6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7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8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99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0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1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2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3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4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5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6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7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8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09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0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1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2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3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4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5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6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7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8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19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0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1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2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3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4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5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6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7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8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29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0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1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2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3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4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5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6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7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8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39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40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41.xml><?xml version="1.0" encoding="utf-8"?>
<p:tagLst xmlns:p="http://schemas.openxmlformats.org/presentationml/2006/main">
  <p:tag name="KSO_WM_DIAGRAM_VIRTUALLY_FRAME" val="{&quot;height&quot;:279.4636220472441,&quot;left&quot;:43.41763779527559,&quot;top&quot;:49.93677165354331,&quot;width&quot;:441.08236220472446}"/>
</p:tagLst>
</file>

<file path=ppt/tags/tag142.xml><?xml version="1.0" encoding="utf-8"?>
<p:tagLst xmlns:p="http://schemas.openxmlformats.org/presentationml/2006/main">
  <p:tag name="TIMING" val="|17.3|9.4|7.1|1.2|40|1.2|8.2|10.1|1.8|4.8|1.1|0.6"/>
</p:tagLst>
</file>

<file path=ppt/tags/tag14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4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4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4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4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4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4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5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6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7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8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197.xml><?xml version="1.0" encoding="utf-8"?>
<p:tagLst xmlns:p="http://schemas.openxmlformats.org/presentationml/2006/main">
  <p:tag name="KSO_WM_DIAGRAM_VIRTUALLY_FRAME" val="{&quot;height&quot;:529.1041732283466,&quot;left&quot;:619.3436220472441,&quot;top&quot;:298.3,&quot;width&quot;:489.3563779527559}"/>
</p:tagLst>
</file>

<file path=ppt/tags/tag198.xml><?xml version="1.0" encoding="utf-8"?>
<p:tagLst xmlns:p="http://schemas.openxmlformats.org/presentationml/2006/main">
  <p:tag name="KSO_WM_DIAGRAM_VIRTUALLY_FRAME" val="{&quot;height&quot;:529.1041732283466,&quot;left&quot;:619.3436220472441,&quot;top&quot;:298.3,&quot;width&quot;:489.3563779527559}"/>
</p:tagLst>
</file>

<file path=ppt/tags/tag199.xml><?xml version="1.0" encoding="utf-8"?>
<p:tagLst xmlns:p="http://schemas.openxmlformats.org/presentationml/2006/main">
  <p:tag name="KSO_WM_DIAGRAM_VIRTUALLY_FRAME" val="{&quot;height&quot;:529.1041732283466,&quot;left&quot;:619.3436220472441,&quot;top&quot;:298.3,&quot;width&quot;:489.3563779527559}"/>
</p:tagLst>
</file>

<file path=ppt/tags/tag200.xml><?xml version="1.0" encoding="utf-8"?>
<p:tagLst xmlns:p="http://schemas.openxmlformats.org/presentationml/2006/main">
  <p:tag name="KSO_WM_DIAGRAM_VIRTUALLY_FRAME" val="{&quot;height&quot;:529.1041732283466,&quot;left&quot;:619.3436220472441,&quot;top&quot;:298.3,&quot;width&quot;:489.3563779527559}"/>
</p:tagLst>
</file>

<file path=ppt/tags/tag201.xml><?xml version="1.0" encoding="utf-8"?>
<p:tagLst xmlns:p="http://schemas.openxmlformats.org/presentationml/2006/main">
  <p:tag name="KSO_WM_DIAGRAM_VIRTUALLY_FRAME" val="{&quot;height&quot;:529.1041732283466,&quot;left&quot;:619.3436220472441,&quot;top&quot;:298.3,&quot;width&quot;:489.3563779527559}"/>
</p:tagLst>
</file>

<file path=ppt/tags/tag202.xml><?xml version="1.0" encoding="utf-8"?>
<p:tagLst xmlns:p="http://schemas.openxmlformats.org/presentationml/2006/main">
  <p:tag name="TIMING" val="|8.5|4.1|2.2|7.7|2.1|8|5|34|5.9|10.7|10.1"/>
</p:tagLst>
</file>

<file path=ppt/tags/tag20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0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0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0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0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0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0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1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2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3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7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8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49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0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1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2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3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4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5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6.xml><?xml version="1.0" encoding="utf-8"?>
<p:tagLst xmlns:p="http://schemas.openxmlformats.org/presentationml/2006/main">
  <p:tag name="KSO_WM_DIAGRAM_VIRTUALLY_FRAME" val="{&quot;height&quot;:604.6041732283466,&quot;left&quot;:619.3436220472441,&quot;top&quot;:222.8,&quot;width&quot;:501.90637795275586}"/>
</p:tagLst>
</file>

<file path=ppt/tags/tag257.xml><?xml version="1.0" encoding="utf-8"?>
<p:tagLst xmlns:p="http://schemas.openxmlformats.org/presentationml/2006/main">
  <p:tag name="TIMING" val="|15.9|11.7|8.7|0.4|22.1|3.1|5.6|3.9|2.7|2.4|0.7|1.9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68406_4*l_h_i*1_1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168406_4*l_h_i*1_5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68406_4*l_h_i*1_3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68406_4*l_h_i*1_2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168406_4*l_h_i*1_4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68406_4*l_h_i*1_1_2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68406_4*l_h_i*1_2_2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168406_4*l_h_i*1_3_2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168406_4*l_h_i*1_4_2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168406_4*l_h_i*1_5_2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LINE_FORE_SCHEMECOLOR_INDEX" val="6"/>
  <p:tag name="KSO_WM_UNIT_LINE_FILL_TYPE" val="2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8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168406_4*l_h_f*1_5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69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168406_4*l_h_f*1_4_1"/>
  <p:tag name="KSO_WM_TEMPLATE_CATEGORY" val="diagram"/>
  <p:tag name="KSO_WM_TEMPLATE_INDEX" val="20168406"/>
  <p:tag name="KSO_WM_UNIT_LAYERLEVEL" val="1_1_1"/>
  <p:tag name="KSO_WM_TAG_VERSION" val="1.0"/>
  <p:tag name="KSO_WM_UNIT_PRESET_TEXT" val="单击此处添加文本具体内容，简明扼要的阐述您的观点。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70.xml><?xml version="1.0" encoding="utf-8"?>
<p:tagLst xmlns:p="http://schemas.openxmlformats.org/presentationml/2006/main"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168406_4*l_h_f*1_3_1"/>
  <p:tag name="KSO_WM_TEMPLATE_CATEGORY" val="diagram"/>
  <p:tag name="KSO_WM_TEMPLATE_INDEX" val="20168406"/>
  <p:tag name="KSO_WM_UNIT_LAYERLEVEL" val="1_1_1"/>
  <p:tag name="KSO_WM_TAG_VERSION" val="1.0"/>
  <p:tag name="KSO_WM_UNIT_PRESET_TEXT" val="单击此处添加文本具体内容，简明扼要的阐述您的观点。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71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68406_4*l_h_f*1_2_1"/>
  <p:tag name="KSO_WM_TEMPLATE_CATEGORY" val="diagram"/>
  <p:tag name="KSO_WM_TEMPLATE_INDEX" val="20168406"/>
  <p:tag name="KSO_WM_UNIT_LAYERLEVEL" val="1_1_1"/>
  <p:tag name="KSO_WM_TAG_VERSION" val="1.0"/>
  <p:tag name="KSO_WM_UNIT_PRESET_TEXT" val="单击此处添加文本具体内容，简明扼要的阐述您的观点。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72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68406_4*l_h_f*1_1_1"/>
  <p:tag name="KSO_WM_TEMPLATE_CATEGORY" val="diagram"/>
  <p:tag name="KSO_WM_TEMPLATE_INDEX" val="20168406"/>
  <p:tag name="KSO_WM_UNIT_LAYERLEVEL" val="1_1_1"/>
  <p:tag name="KSO_WM_TAG_VERSION" val="1.0"/>
  <p:tag name="KSO_WM_UNIT_PRESET_TEXT" val="单击此处添加文本具体内容，简明扼要的阐述您的观点。"/>
  <p:tag name="KSO_WM_UNIT_TEXT_FILL_FORE_SCHEMECOLOR_INDEX" val="13"/>
  <p:tag name="KSO_WM_UNIT_TEXT_FILL_TYPE" val="1"/>
  <p:tag name="KSO_WM_DIAGRAM_VIRTUALLY_FRAME" val="{&quot;height&quot;:341.8088976377952,&quot;left&quot;:18.181889763779527,&quot;top&quot;:141.6,&quot;width&quot;:904.6431496062993}"/>
</p:tagLst>
</file>

<file path=ppt/tags/tag273.xml><?xml version="1.0" encoding="utf-8"?>
<p:tagLst xmlns:p="http://schemas.openxmlformats.org/presentationml/2006/main">
  <p:tag name="KSO_WM_UNIT_VALUE" val="122*1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168406_4*l_h_x*1_2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DIAGRAM_VIRTUALLY_FRAME" val="{&quot;height&quot;:341.8088976377952,&quot;left&quot;:18.181889763779527,&quot;top&quot;:141.6,&quot;width&quot;:904.6431496062993}"/>
</p:tagLst>
</file>

<file path=ppt/tags/tag274.xml><?xml version="1.0" encoding="utf-8"?>
<p:tagLst xmlns:p="http://schemas.openxmlformats.org/presentationml/2006/main">
  <p:tag name="KSO_WM_UNIT_VALUE" val="122*1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168406_4*l_h_x*1_3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DIAGRAM_VIRTUALLY_FRAME" val="{&quot;height&quot;:341.8088976377952,&quot;left&quot;:18.181889763779527,&quot;top&quot;:141.6,&quot;width&quot;:904.6431496062993}"/>
</p:tagLst>
</file>

<file path=ppt/tags/tag275.xml><?xml version="1.0" encoding="utf-8"?>
<p:tagLst xmlns:p="http://schemas.openxmlformats.org/presentationml/2006/main">
  <p:tag name="KSO_WM_UNIT_VALUE" val="150*1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168406_4*l_h_x*1_4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DIAGRAM_VIRTUALLY_FRAME" val="{&quot;height&quot;:341.8088976377952,&quot;left&quot;:18.181889763779527,&quot;top&quot;:141.6,&quot;width&quot;:904.6431496062993}"/>
</p:tagLst>
</file>

<file path=ppt/tags/tag276.xml><?xml version="1.0" encoding="utf-8"?>
<p:tagLst xmlns:p="http://schemas.openxmlformats.org/presentationml/2006/main">
  <p:tag name="KSO_WM_UNIT_VALUE" val="167*16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5_1"/>
  <p:tag name="KSO_WM_UNIT_ID" val="diagram20168406_4*l_h_x*1_5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DIAGRAM_VIRTUALLY_FRAME" val="{&quot;height&quot;:341.8088976377952,&quot;left&quot;:18.181889763779527,&quot;top&quot;:141.6,&quot;width&quot;:904.6431496062993}"/>
</p:tagLst>
</file>

<file path=ppt/tags/tag277.xml><?xml version="1.0" encoding="utf-8"?>
<p:tagLst xmlns:p="http://schemas.openxmlformats.org/presentationml/2006/main">
  <p:tag name="KSO_WM_UNIT_VALUE" val="203*20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168406_4*l_h_x*1_1_1"/>
  <p:tag name="KSO_WM_TEMPLATE_CATEGORY" val="diagram"/>
  <p:tag name="KSO_WM_TEMPLATE_INDEX" val="20168406"/>
  <p:tag name="KSO_WM_UNIT_LAYERLEVEL" val="1_1_1"/>
  <p:tag name="KSO_WM_TAG_VERSION" val="1.0"/>
  <p:tag name="KSO_WM_BEAUTIFY_FLAG" val="#wm#"/>
  <p:tag name="KSO_WM_DIAGRAM_VIRTUALLY_FRAME" val="{&quot;height&quot;:341.8088976377952,&quot;left&quot;:18.181889763779527,&quot;top&quot;:141.6,&quot;width&quot;:904.6431496062993}"/>
</p:tagLst>
</file>

<file path=ppt/tags/tag278.xml><?xml version="1.0" encoding="utf-8"?>
<p:tagLst xmlns:p="http://schemas.openxmlformats.org/presentationml/2006/main">
  <p:tag name="COMMONDATA" val="eyJoZGlkIjoiYWJiZGJjYjZhZmVhYzA2OTAwOWNiOWRjZDFlZmRkOG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2955</Words>
  <Application>WPS 文字</Application>
  <PresentationFormat>宽屏</PresentationFormat>
  <Paragraphs>303</Paragraphs>
  <Slides>17</Slides>
  <Notes>17</Notes>
  <HiddenSlides>0</HiddenSlides>
  <MMClips>17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90</vt:i4>
      </vt:variant>
      <vt:variant>
        <vt:lpstr>幻灯片标题</vt:lpstr>
      </vt:variant>
      <vt:variant>
        <vt:i4>17</vt:i4>
      </vt:variant>
    </vt:vector>
  </HeadingPairs>
  <TitlesOfParts>
    <vt:vector size="133" baseType="lpstr">
      <vt:lpstr>Arial</vt:lpstr>
      <vt:lpstr>宋体</vt:lpstr>
      <vt:lpstr>Wingdings</vt:lpstr>
      <vt:lpstr>Times New Roman</vt:lpstr>
      <vt:lpstr>NimbusRomNo9L-Regu</vt:lpstr>
      <vt:lpstr>Thonburi</vt:lpstr>
      <vt:lpstr>Calibri</vt:lpstr>
      <vt:lpstr>Helvetica Neue</vt:lpstr>
      <vt:lpstr>汉仪书宋二KW</vt:lpstr>
      <vt:lpstr>微软雅黑</vt:lpstr>
      <vt:lpstr>汉仪旗黑</vt:lpstr>
      <vt:lpstr>Impact</vt:lpstr>
      <vt:lpstr>Wingdings</vt:lpstr>
      <vt:lpstr>Cambria Math</vt:lpstr>
      <vt:lpstr>Kingsoft Math</vt:lpstr>
      <vt:lpstr>等线</vt:lpstr>
      <vt:lpstr>汉仪中等线KW</vt:lpstr>
      <vt:lpstr>宋体</vt:lpstr>
      <vt:lpstr>Arial Unicode MS</vt:lpstr>
      <vt:lpstr>等线 Light</vt:lpstr>
      <vt:lpstr>NimbusRomNo9L-Regu</vt:lpstr>
      <vt:lpstr>微软雅黑</vt:lpstr>
      <vt:lpstr>苹方-简</vt:lpstr>
      <vt:lpstr>DejaVu Math TeX Gyre</vt:lpstr>
      <vt:lpstr>MS PGothic</vt:lpstr>
      <vt:lpstr>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玉</dc:creator>
  <cp:lastModifiedBy>【工作】杨欣叶</cp:lastModifiedBy>
  <cp:revision>227</cp:revision>
  <dcterms:created xsi:type="dcterms:W3CDTF">2026-06-23T08:12:59Z</dcterms:created>
  <dcterms:modified xsi:type="dcterms:W3CDTF">2026-06-23T08:12:59Z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FF28C33D04C14C7BBBF032F9EFF5EB74_13</vt:lpwstr>
  </property>
  <property fmtid="{D5CDD505-2E9C-101B-9397-08002B2CF9AE}" pid="3" name="KSOProductBuildVer">
    <vt:lpwstr>2052-12.1.25895.25895</vt:lpwstr>
  </property>
</Properties>
</file>